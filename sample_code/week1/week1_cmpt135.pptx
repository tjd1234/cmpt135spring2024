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1"/>
  </p:notesMasterIdLst>
  <p:sldIdLst>
    <p:sldId id="256" r:id="rId2"/>
    <p:sldId id="258" r:id="rId3"/>
    <p:sldId id="257" r:id="rId4"/>
    <p:sldId id="259" r:id="rId5"/>
    <p:sldId id="262" r:id="rId6"/>
    <p:sldId id="260" r:id="rId7"/>
    <p:sldId id="261" r:id="rId8"/>
    <p:sldId id="263" r:id="rId9"/>
    <p:sldId id="266" r:id="rId10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83" r:id="rId18"/>
    <p:sldId id="284" r:id="rId19"/>
    <p:sldId id="274" r:id="rId20"/>
    <p:sldId id="275" r:id="rId21"/>
    <p:sldId id="276" r:id="rId22"/>
    <p:sldId id="277" r:id="rId23"/>
    <p:sldId id="278" r:id="rId24"/>
    <p:sldId id="279" r:id="rId25"/>
    <p:sldId id="281" r:id="rId26"/>
    <p:sldId id="280" r:id="rId27"/>
    <p:sldId id="282" r:id="rId28"/>
    <p:sldId id="264" r:id="rId29"/>
    <p:sldId id="265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D7FF059-C713-4BC0-AC98-694AB6D31A7B}" v="25" dt="2024-01-09T04:34:46.949"/>
    <p1510:client id="{3520225A-7FAC-4461-9FDF-E7DA7C7B989D}" v="5" dt="2024-01-08T21:21:00.32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7108" autoAdjust="0"/>
  </p:normalViewPr>
  <p:slideViewPr>
    <p:cSldViewPr snapToGrid="0">
      <p:cViewPr varScale="1">
        <p:scale>
          <a:sx n="127" d="100"/>
          <a:sy n="127" d="100"/>
        </p:scale>
        <p:origin x="138" y="4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37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by Donaldson" userId="2e6e5431-bb17-4c41-9985-d39c50d83c73" providerId="ADAL" clId="{1D7FF059-C713-4BC0-AC98-694AB6D31A7B}"/>
    <pc:docChg chg="undo redo custSel addSld delSld modSld sldOrd modMainMaster">
      <pc:chgData name="Toby Donaldson" userId="2e6e5431-bb17-4c41-9985-d39c50d83c73" providerId="ADAL" clId="{1D7FF059-C713-4BC0-AC98-694AB6D31A7B}" dt="2024-01-09T04:36:42.668" v="5989"/>
      <pc:docMkLst>
        <pc:docMk/>
      </pc:docMkLst>
      <pc:sldChg chg="addSp modSp new mod">
        <pc:chgData name="Toby Donaldson" userId="2e6e5431-bb17-4c41-9985-d39c50d83c73" providerId="ADAL" clId="{1D7FF059-C713-4BC0-AC98-694AB6D31A7B}" dt="2024-01-07T06:39:56.739" v="3356" actId="1076"/>
        <pc:sldMkLst>
          <pc:docMk/>
          <pc:sldMk cId="1990534629" sldId="256"/>
        </pc:sldMkLst>
        <pc:spChg chg="mod">
          <ac:chgData name="Toby Donaldson" userId="2e6e5431-bb17-4c41-9985-d39c50d83c73" providerId="ADAL" clId="{1D7FF059-C713-4BC0-AC98-694AB6D31A7B}" dt="2024-01-07T06:08:51.300" v="10" actId="20577"/>
          <ac:spMkLst>
            <pc:docMk/>
            <pc:sldMk cId="1990534629" sldId="256"/>
            <ac:spMk id="2" creationId="{B4EC9E92-1C9B-5FBA-0481-9DC54B0642D7}"/>
          </ac:spMkLst>
        </pc:spChg>
        <pc:spChg chg="mod">
          <ac:chgData name="Toby Donaldson" userId="2e6e5431-bb17-4c41-9985-d39c50d83c73" providerId="ADAL" clId="{1D7FF059-C713-4BC0-AC98-694AB6D31A7B}" dt="2024-01-07T06:09:34.485" v="40" actId="20577"/>
          <ac:spMkLst>
            <pc:docMk/>
            <pc:sldMk cId="1990534629" sldId="256"/>
            <ac:spMk id="3" creationId="{69A063FE-859C-2249-86C9-6A3558EFA8C4}"/>
          </ac:spMkLst>
        </pc:spChg>
        <pc:picChg chg="add mod">
          <ac:chgData name="Toby Donaldson" userId="2e6e5431-bb17-4c41-9985-d39c50d83c73" providerId="ADAL" clId="{1D7FF059-C713-4BC0-AC98-694AB6D31A7B}" dt="2024-01-07T06:39:56.739" v="3356" actId="1076"/>
          <ac:picMkLst>
            <pc:docMk/>
            <pc:sldMk cId="1990534629" sldId="256"/>
            <ac:picMk id="5" creationId="{B434BB09-C858-2ADD-9F90-9BD78E7972DA}"/>
          </ac:picMkLst>
        </pc:picChg>
      </pc:sldChg>
      <pc:sldChg chg="addSp delSp modSp new mod ord">
        <pc:chgData name="Toby Donaldson" userId="2e6e5431-bb17-4c41-9985-d39c50d83c73" providerId="ADAL" clId="{1D7FF059-C713-4BC0-AC98-694AB6D31A7B}" dt="2024-01-07T06:22:33.484" v="1193" actId="14100"/>
        <pc:sldMkLst>
          <pc:docMk/>
          <pc:sldMk cId="3670645437" sldId="257"/>
        </pc:sldMkLst>
        <pc:spChg chg="mod">
          <ac:chgData name="Toby Donaldson" userId="2e6e5431-bb17-4c41-9985-d39c50d83c73" providerId="ADAL" clId="{1D7FF059-C713-4BC0-AC98-694AB6D31A7B}" dt="2024-01-07T06:20:11.765" v="1063" actId="20577"/>
          <ac:spMkLst>
            <pc:docMk/>
            <pc:sldMk cId="3670645437" sldId="257"/>
            <ac:spMk id="2" creationId="{44530B2A-3809-F837-03E9-07D5E1B8F199}"/>
          </ac:spMkLst>
        </pc:spChg>
        <pc:spChg chg="mod">
          <ac:chgData name="Toby Donaldson" userId="2e6e5431-bb17-4c41-9985-d39c50d83c73" providerId="ADAL" clId="{1D7FF059-C713-4BC0-AC98-694AB6D31A7B}" dt="2024-01-07T06:22:33.484" v="1193" actId="14100"/>
          <ac:spMkLst>
            <pc:docMk/>
            <pc:sldMk cId="3670645437" sldId="257"/>
            <ac:spMk id="3" creationId="{1FECA53D-FC0F-2C1A-B9F0-8F6C988044AA}"/>
          </ac:spMkLst>
        </pc:spChg>
        <pc:spChg chg="add del mod">
          <ac:chgData name="Toby Donaldson" userId="2e6e5431-bb17-4c41-9985-d39c50d83c73" providerId="ADAL" clId="{1D7FF059-C713-4BC0-AC98-694AB6D31A7B}" dt="2024-01-07T06:15:25.828" v="641" actId="21"/>
          <ac:spMkLst>
            <pc:docMk/>
            <pc:sldMk cId="3670645437" sldId="257"/>
            <ac:spMk id="6" creationId="{DD1A4F09-4867-A260-31AC-8969A714B1B4}"/>
          </ac:spMkLst>
        </pc:spChg>
        <pc:picChg chg="add del mod">
          <ac:chgData name="Toby Donaldson" userId="2e6e5431-bb17-4c41-9985-d39c50d83c73" providerId="ADAL" clId="{1D7FF059-C713-4BC0-AC98-694AB6D31A7B}" dt="2024-01-07T06:15:25.828" v="641" actId="21"/>
          <ac:picMkLst>
            <pc:docMk/>
            <pc:sldMk cId="3670645437" sldId="257"/>
            <ac:picMk id="5" creationId="{9B06D8BD-7ABD-F056-CD7A-A0532076CC57}"/>
          </ac:picMkLst>
        </pc:picChg>
        <pc:picChg chg="add del mod">
          <ac:chgData name="Toby Donaldson" userId="2e6e5431-bb17-4c41-9985-d39c50d83c73" providerId="ADAL" clId="{1D7FF059-C713-4BC0-AC98-694AB6D31A7B}" dt="2024-01-07T06:21:08.392" v="1185" actId="21"/>
          <ac:picMkLst>
            <pc:docMk/>
            <pc:sldMk cId="3670645437" sldId="257"/>
            <ac:picMk id="1026" creationId="{86ADE6A8-96A3-221B-C48D-76A79BD02FB9}"/>
          </ac:picMkLst>
        </pc:picChg>
        <pc:picChg chg="add mod">
          <ac:chgData name="Toby Donaldson" userId="2e6e5431-bb17-4c41-9985-d39c50d83c73" providerId="ADAL" clId="{1D7FF059-C713-4BC0-AC98-694AB6D31A7B}" dt="2024-01-07T06:22:25.620" v="1192" actId="732"/>
          <ac:picMkLst>
            <pc:docMk/>
            <pc:sldMk cId="3670645437" sldId="257"/>
            <ac:picMk id="1028" creationId="{C22BB41E-E153-AD5C-1E34-EDA47F667584}"/>
          </ac:picMkLst>
        </pc:picChg>
      </pc:sldChg>
      <pc:sldChg chg="addSp modSp add mod">
        <pc:chgData name="Toby Donaldson" userId="2e6e5431-bb17-4c41-9985-d39c50d83c73" providerId="ADAL" clId="{1D7FF059-C713-4BC0-AC98-694AB6D31A7B}" dt="2024-01-07T06:38:21.947" v="3351" actId="1076"/>
        <pc:sldMkLst>
          <pc:docMk/>
          <pc:sldMk cId="3457032960" sldId="258"/>
        </pc:sldMkLst>
        <pc:spChg chg="mod">
          <ac:chgData name="Toby Donaldson" userId="2e6e5431-bb17-4c41-9985-d39c50d83c73" providerId="ADAL" clId="{1D7FF059-C713-4BC0-AC98-694AB6D31A7B}" dt="2024-01-07T06:19:50.279" v="1054" actId="20577"/>
          <ac:spMkLst>
            <pc:docMk/>
            <pc:sldMk cId="3457032960" sldId="258"/>
            <ac:spMk id="3" creationId="{1FECA53D-FC0F-2C1A-B9F0-8F6C988044AA}"/>
          </ac:spMkLst>
        </pc:spChg>
        <pc:spChg chg="add mod">
          <ac:chgData name="Toby Donaldson" userId="2e6e5431-bb17-4c41-9985-d39c50d83c73" providerId="ADAL" clId="{1D7FF059-C713-4BC0-AC98-694AB6D31A7B}" dt="2024-01-07T06:38:21.947" v="3351" actId="1076"/>
          <ac:spMkLst>
            <pc:docMk/>
            <pc:sldMk cId="3457032960" sldId="258"/>
            <ac:spMk id="4" creationId="{D5B28FFB-DB56-AF55-1830-909EA7B9D236}"/>
          </ac:spMkLst>
        </pc:spChg>
      </pc:sldChg>
      <pc:sldChg chg="delSp modSp add mod">
        <pc:chgData name="Toby Donaldson" userId="2e6e5431-bb17-4c41-9985-d39c50d83c73" providerId="ADAL" clId="{1D7FF059-C713-4BC0-AC98-694AB6D31A7B}" dt="2024-01-07T06:24:26.549" v="1527" actId="14100"/>
        <pc:sldMkLst>
          <pc:docMk/>
          <pc:sldMk cId="4092774918" sldId="259"/>
        </pc:sldMkLst>
        <pc:spChg chg="mod">
          <ac:chgData name="Toby Donaldson" userId="2e6e5431-bb17-4c41-9985-d39c50d83c73" providerId="ADAL" clId="{1D7FF059-C713-4BC0-AC98-694AB6D31A7B}" dt="2024-01-07T06:23:06.124" v="1217" actId="20577"/>
          <ac:spMkLst>
            <pc:docMk/>
            <pc:sldMk cId="4092774918" sldId="259"/>
            <ac:spMk id="2" creationId="{44530B2A-3809-F837-03E9-07D5E1B8F199}"/>
          </ac:spMkLst>
        </pc:spChg>
        <pc:spChg chg="mod">
          <ac:chgData name="Toby Donaldson" userId="2e6e5431-bb17-4c41-9985-d39c50d83c73" providerId="ADAL" clId="{1D7FF059-C713-4BC0-AC98-694AB6D31A7B}" dt="2024-01-07T06:24:26.549" v="1527" actId="14100"/>
          <ac:spMkLst>
            <pc:docMk/>
            <pc:sldMk cId="4092774918" sldId="259"/>
            <ac:spMk id="3" creationId="{1FECA53D-FC0F-2C1A-B9F0-8F6C988044AA}"/>
          </ac:spMkLst>
        </pc:spChg>
        <pc:picChg chg="del">
          <ac:chgData name="Toby Donaldson" userId="2e6e5431-bb17-4c41-9985-d39c50d83c73" providerId="ADAL" clId="{1D7FF059-C713-4BC0-AC98-694AB6D31A7B}" dt="2024-01-07T06:23:07.956" v="1218" actId="21"/>
          <ac:picMkLst>
            <pc:docMk/>
            <pc:sldMk cId="4092774918" sldId="259"/>
            <ac:picMk id="1028" creationId="{C22BB41E-E153-AD5C-1E34-EDA47F667584}"/>
          </ac:picMkLst>
        </pc:picChg>
      </pc:sldChg>
      <pc:sldChg chg="addSp modSp add mod">
        <pc:chgData name="Toby Donaldson" userId="2e6e5431-bb17-4c41-9985-d39c50d83c73" providerId="ADAL" clId="{1D7FF059-C713-4BC0-AC98-694AB6D31A7B}" dt="2024-01-07T06:28:54.819" v="2210" actId="1076"/>
        <pc:sldMkLst>
          <pc:docMk/>
          <pc:sldMk cId="3756414048" sldId="260"/>
        </pc:sldMkLst>
        <pc:spChg chg="mod">
          <ac:chgData name="Toby Donaldson" userId="2e6e5431-bb17-4c41-9985-d39c50d83c73" providerId="ADAL" clId="{1D7FF059-C713-4BC0-AC98-694AB6D31A7B}" dt="2024-01-07T06:24:48.476" v="1552" actId="20577"/>
          <ac:spMkLst>
            <pc:docMk/>
            <pc:sldMk cId="3756414048" sldId="260"/>
            <ac:spMk id="2" creationId="{44530B2A-3809-F837-03E9-07D5E1B8F199}"/>
          </ac:spMkLst>
        </pc:spChg>
        <pc:spChg chg="mod">
          <ac:chgData name="Toby Donaldson" userId="2e6e5431-bb17-4c41-9985-d39c50d83c73" providerId="ADAL" clId="{1D7FF059-C713-4BC0-AC98-694AB6D31A7B}" dt="2024-01-07T06:28:34.172" v="2207" actId="27636"/>
          <ac:spMkLst>
            <pc:docMk/>
            <pc:sldMk cId="3756414048" sldId="260"/>
            <ac:spMk id="3" creationId="{1FECA53D-FC0F-2C1A-B9F0-8F6C988044AA}"/>
          </ac:spMkLst>
        </pc:spChg>
        <pc:picChg chg="add mod">
          <ac:chgData name="Toby Donaldson" userId="2e6e5431-bb17-4c41-9985-d39c50d83c73" providerId="ADAL" clId="{1D7FF059-C713-4BC0-AC98-694AB6D31A7B}" dt="2024-01-07T06:28:54.819" v="2210" actId="1076"/>
          <ac:picMkLst>
            <pc:docMk/>
            <pc:sldMk cId="3756414048" sldId="260"/>
            <ac:picMk id="2050" creationId="{E56791B9-14F5-FF82-F279-DD7BB51740AD}"/>
          </ac:picMkLst>
        </pc:picChg>
        <pc:picChg chg="add mod">
          <ac:chgData name="Toby Donaldson" userId="2e6e5431-bb17-4c41-9985-d39c50d83c73" providerId="ADAL" clId="{1D7FF059-C713-4BC0-AC98-694AB6D31A7B}" dt="2024-01-07T06:28:54.819" v="2210" actId="1076"/>
          <ac:picMkLst>
            <pc:docMk/>
            <pc:sldMk cId="3756414048" sldId="260"/>
            <ac:picMk id="2052" creationId="{C7716F53-ED9A-360F-2DDF-04DF96AB7BF1}"/>
          </ac:picMkLst>
        </pc:picChg>
      </pc:sldChg>
      <pc:sldChg chg="addSp delSp modSp add mod">
        <pc:chgData name="Toby Donaldson" userId="2e6e5431-bb17-4c41-9985-d39c50d83c73" providerId="ADAL" clId="{1D7FF059-C713-4BC0-AC98-694AB6D31A7B}" dt="2024-01-07T06:33:00.783" v="2829" actId="20577"/>
        <pc:sldMkLst>
          <pc:docMk/>
          <pc:sldMk cId="1541010405" sldId="261"/>
        </pc:sldMkLst>
        <pc:spChg chg="mod">
          <ac:chgData name="Toby Donaldson" userId="2e6e5431-bb17-4c41-9985-d39c50d83c73" providerId="ADAL" clId="{1D7FF059-C713-4BC0-AC98-694AB6D31A7B}" dt="2024-01-07T06:29:14.592" v="2226" actId="20577"/>
          <ac:spMkLst>
            <pc:docMk/>
            <pc:sldMk cId="1541010405" sldId="261"/>
            <ac:spMk id="2" creationId="{44530B2A-3809-F837-03E9-07D5E1B8F199}"/>
          </ac:spMkLst>
        </pc:spChg>
        <pc:spChg chg="mod">
          <ac:chgData name="Toby Donaldson" userId="2e6e5431-bb17-4c41-9985-d39c50d83c73" providerId="ADAL" clId="{1D7FF059-C713-4BC0-AC98-694AB6D31A7B}" dt="2024-01-07T06:33:00.783" v="2829" actId="20577"/>
          <ac:spMkLst>
            <pc:docMk/>
            <pc:sldMk cId="1541010405" sldId="261"/>
            <ac:spMk id="3" creationId="{1FECA53D-FC0F-2C1A-B9F0-8F6C988044AA}"/>
          </ac:spMkLst>
        </pc:spChg>
        <pc:picChg chg="del">
          <ac:chgData name="Toby Donaldson" userId="2e6e5431-bb17-4c41-9985-d39c50d83c73" providerId="ADAL" clId="{1D7FF059-C713-4BC0-AC98-694AB6D31A7B}" dt="2024-01-07T06:29:05.996" v="2213" actId="21"/>
          <ac:picMkLst>
            <pc:docMk/>
            <pc:sldMk cId="1541010405" sldId="261"/>
            <ac:picMk id="2050" creationId="{E56791B9-14F5-FF82-F279-DD7BB51740AD}"/>
          </ac:picMkLst>
        </pc:picChg>
        <pc:picChg chg="del">
          <ac:chgData name="Toby Donaldson" userId="2e6e5431-bb17-4c41-9985-d39c50d83c73" providerId="ADAL" clId="{1D7FF059-C713-4BC0-AC98-694AB6D31A7B}" dt="2024-01-07T06:29:05.996" v="2213" actId="21"/>
          <ac:picMkLst>
            <pc:docMk/>
            <pc:sldMk cId="1541010405" sldId="261"/>
            <ac:picMk id="2052" creationId="{C7716F53-ED9A-360F-2DDF-04DF96AB7BF1}"/>
          </ac:picMkLst>
        </pc:picChg>
        <pc:picChg chg="add del">
          <ac:chgData name="Toby Donaldson" userId="2e6e5431-bb17-4c41-9985-d39c50d83c73" providerId="ADAL" clId="{1D7FF059-C713-4BC0-AC98-694AB6D31A7B}" dt="2024-01-07T06:29:05.996" v="2213" actId="21"/>
          <ac:picMkLst>
            <pc:docMk/>
            <pc:sldMk cId="1541010405" sldId="261"/>
            <ac:picMk id="3074" creationId="{02DD341E-204F-39AA-3B25-DD7A82F9C569}"/>
          </ac:picMkLst>
        </pc:picChg>
      </pc:sldChg>
      <pc:sldChg chg="addSp modSp add mod">
        <pc:chgData name="Toby Donaldson" userId="2e6e5431-bb17-4c41-9985-d39c50d83c73" providerId="ADAL" clId="{1D7FF059-C713-4BC0-AC98-694AB6D31A7B}" dt="2024-01-07T06:36:34.460" v="3306" actId="20577"/>
        <pc:sldMkLst>
          <pc:docMk/>
          <pc:sldMk cId="1321841534" sldId="262"/>
        </pc:sldMkLst>
        <pc:spChg chg="mod">
          <ac:chgData name="Toby Donaldson" userId="2e6e5431-bb17-4c41-9985-d39c50d83c73" providerId="ADAL" clId="{1D7FF059-C713-4BC0-AC98-694AB6D31A7B}" dt="2024-01-07T06:33:30.389" v="2883" actId="20577"/>
          <ac:spMkLst>
            <pc:docMk/>
            <pc:sldMk cId="1321841534" sldId="262"/>
            <ac:spMk id="2" creationId="{44530B2A-3809-F837-03E9-07D5E1B8F199}"/>
          </ac:spMkLst>
        </pc:spChg>
        <pc:spChg chg="mod">
          <ac:chgData name="Toby Donaldson" userId="2e6e5431-bb17-4c41-9985-d39c50d83c73" providerId="ADAL" clId="{1D7FF059-C713-4BC0-AC98-694AB6D31A7B}" dt="2024-01-07T06:36:34.460" v="3306" actId="20577"/>
          <ac:spMkLst>
            <pc:docMk/>
            <pc:sldMk cId="1321841534" sldId="262"/>
            <ac:spMk id="3" creationId="{1FECA53D-FC0F-2C1A-B9F0-8F6C988044AA}"/>
          </ac:spMkLst>
        </pc:spChg>
        <pc:spChg chg="add mod">
          <ac:chgData name="Toby Donaldson" userId="2e6e5431-bb17-4c41-9985-d39c50d83c73" providerId="ADAL" clId="{1D7FF059-C713-4BC0-AC98-694AB6D31A7B}" dt="2024-01-07T06:36:11.388" v="3265" actId="1076"/>
          <ac:spMkLst>
            <pc:docMk/>
            <pc:sldMk cId="1321841534" sldId="262"/>
            <ac:spMk id="4" creationId="{980CFC8A-9182-566D-3605-0FF2956EE392}"/>
          </ac:spMkLst>
        </pc:spChg>
      </pc:sldChg>
      <pc:sldChg chg="modSp add mod">
        <pc:chgData name="Toby Donaldson" userId="2e6e5431-bb17-4c41-9985-d39c50d83c73" providerId="ADAL" clId="{1D7FF059-C713-4BC0-AC98-694AB6D31A7B}" dt="2024-01-07T06:49:34.688" v="3553" actId="15"/>
        <pc:sldMkLst>
          <pc:docMk/>
          <pc:sldMk cId="1969860993" sldId="263"/>
        </pc:sldMkLst>
        <pc:spChg chg="mod">
          <ac:chgData name="Toby Donaldson" userId="2e6e5431-bb17-4c41-9985-d39c50d83c73" providerId="ADAL" clId="{1D7FF059-C713-4BC0-AC98-694AB6D31A7B}" dt="2024-01-07T06:47:11.908" v="3370" actId="20577"/>
          <ac:spMkLst>
            <pc:docMk/>
            <pc:sldMk cId="1969860993" sldId="263"/>
            <ac:spMk id="2" creationId="{44530B2A-3809-F837-03E9-07D5E1B8F199}"/>
          </ac:spMkLst>
        </pc:spChg>
        <pc:spChg chg="mod">
          <ac:chgData name="Toby Donaldson" userId="2e6e5431-bb17-4c41-9985-d39c50d83c73" providerId="ADAL" clId="{1D7FF059-C713-4BC0-AC98-694AB6D31A7B}" dt="2024-01-07T06:49:34.688" v="3553" actId="15"/>
          <ac:spMkLst>
            <pc:docMk/>
            <pc:sldMk cId="1969860993" sldId="263"/>
            <ac:spMk id="3" creationId="{1FECA53D-FC0F-2C1A-B9F0-8F6C988044AA}"/>
          </ac:spMkLst>
        </pc:spChg>
      </pc:sldChg>
      <pc:sldChg chg="modSp add mod">
        <pc:chgData name="Toby Donaldson" userId="2e6e5431-bb17-4c41-9985-d39c50d83c73" providerId="ADAL" clId="{1D7FF059-C713-4BC0-AC98-694AB6D31A7B}" dt="2024-01-09T03:35:54.017" v="3874" actId="20577"/>
        <pc:sldMkLst>
          <pc:docMk/>
          <pc:sldMk cId="351309048" sldId="264"/>
        </pc:sldMkLst>
        <pc:spChg chg="mod">
          <ac:chgData name="Toby Donaldson" userId="2e6e5431-bb17-4c41-9985-d39c50d83c73" providerId="ADAL" clId="{1D7FF059-C713-4BC0-AC98-694AB6D31A7B}" dt="2024-01-07T06:55:41.509" v="3681" actId="20577"/>
          <ac:spMkLst>
            <pc:docMk/>
            <pc:sldMk cId="351309048" sldId="264"/>
            <ac:spMk id="2" creationId="{44530B2A-3809-F837-03E9-07D5E1B8F199}"/>
          </ac:spMkLst>
        </pc:spChg>
        <pc:spChg chg="mod">
          <ac:chgData name="Toby Donaldson" userId="2e6e5431-bb17-4c41-9985-d39c50d83c73" providerId="ADAL" clId="{1D7FF059-C713-4BC0-AC98-694AB6D31A7B}" dt="2024-01-09T03:35:54.017" v="3874" actId="20577"/>
          <ac:spMkLst>
            <pc:docMk/>
            <pc:sldMk cId="351309048" sldId="264"/>
            <ac:spMk id="3" creationId="{1FECA53D-FC0F-2C1A-B9F0-8F6C988044AA}"/>
          </ac:spMkLst>
        </pc:spChg>
      </pc:sldChg>
      <pc:sldChg chg="modSp add mod">
        <pc:chgData name="Toby Donaldson" userId="2e6e5431-bb17-4c41-9985-d39c50d83c73" providerId="ADAL" clId="{1D7FF059-C713-4BC0-AC98-694AB6D31A7B}" dt="2024-01-09T03:36:11.350" v="3877" actId="5793"/>
        <pc:sldMkLst>
          <pc:docMk/>
          <pc:sldMk cId="2436281766" sldId="265"/>
        </pc:sldMkLst>
        <pc:spChg chg="mod">
          <ac:chgData name="Toby Donaldson" userId="2e6e5431-bb17-4c41-9985-d39c50d83c73" providerId="ADAL" clId="{1D7FF059-C713-4BC0-AC98-694AB6D31A7B}" dt="2024-01-09T03:36:11.350" v="3877" actId="5793"/>
          <ac:spMkLst>
            <pc:docMk/>
            <pc:sldMk cId="2436281766" sldId="265"/>
            <ac:spMk id="3" creationId="{1FECA53D-FC0F-2C1A-B9F0-8F6C988044AA}"/>
          </ac:spMkLst>
        </pc:spChg>
      </pc:sldChg>
      <pc:sldChg chg="addSp modSp mod">
        <pc:chgData name="Toby Donaldson" userId="2e6e5431-bb17-4c41-9985-d39c50d83c73" providerId="ADAL" clId="{1D7FF059-C713-4BC0-AC98-694AB6D31A7B}" dt="2024-01-09T04:33:26.042" v="5721" actId="20577"/>
        <pc:sldMkLst>
          <pc:docMk/>
          <pc:sldMk cId="396683559" sldId="270"/>
        </pc:sldMkLst>
        <pc:spChg chg="add mod">
          <ac:chgData name="Toby Donaldson" userId="2e6e5431-bb17-4c41-9985-d39c50d83c73" providerId="ADAL" clId="{1D7FF059-C713-4BC0-AC98-694AB6D31A7B}" dt="2024-01-09T04:33:26.042" v="5721" actId="20577"/>
          <ac:spMkLst>
            <pc:docMk/>
            <pc:sldMk cId="396683559" sldId="270"/>
            <ac:spMk id="6" creationId="{E68387AE-3791-2DF4-47EE-65B815974F68}"/>
          </ac:spMkLst>
        </pc:spChg>
        <pc:cxnChg chg="add">
          <ac:chgData name="Toby Donaldson" userId="2e6e5431-bb17-4c41-9985-d39c50d83c73" providerId="ADAL" clId="{1D7FF059-C713-4BC0-AC98-694AB6D31A7B}" dt="2024-01-09T04:33:01.924" v="5714" actId="11529"/>
          <ac:cxnSpMkLst>
            <pc:docMk/>
            <pc:sldMk cId="396683559" sldId="270"/>
            <ac:cxnSpMk id="9" creationId="{C69436B0-E80B-6CB3-AA27-143A6FAC340A}"/>
          </ac:cxnSpMkLst>
        </pc:cxnChg>
      </pc:sldChg>
      <pc:sldChg chg="addSp modSp mod">
        <pc:chgData name="Toby Donaldson" userId="2e6e5431-bb17-4c41-9985-d39c50d83c73" providerId="ADAL" clId="{1D7FF059-C713-4BC0-AC98-694AB6D31A7B}" dt="2024-01-09T04:35:09.979" v="5978" actId="113"/>
        <pc:sldMkLst>
          <pc:docMk/>
          <pc:sldMk cId="1463498382" sldId="271"/>
        </pc:sldMkLst>
        <pc:spChg chg="add mod">
          <ac:chgData name="Toby Donaldson" userId="2e6e5431-bb17-4c41-9985-d39c50d83c73" providerId="ADAL" clId="{1D7FF059-C713-4BC0-AC98-694AB6D31A7B}" dt="2024-01-09T04:29:22.240" v="5568" actId="14100"/>
          <ac:spMkLst>
            <pc:docMk/>
            <pc:sldMk cId="1463498382" sldId="271"/>
            <ac:spMk id="4" creationId="{0A599178-1E24-8783-F8FB-737D1B50B591}"/>
          </ac:spMkLst>
        </pc:spChg>
        <pc:spChg chg="add mod">
          <ac:chgData name="Toby Donaldson" userId="2e6e5431-bb17-4c41-9985-d39c50d83c73" providerId="ADAL" clId="{1D7FF059-C713-4BC0-AC98-694AB6D31A7B}" dt="2024-01-09T04:34:44.746" v="5891" actId="1076"/>
          <ac:spMkLst>
            <pc:docMk/>
            <pc:sldMk cId="1463498382" sldId="271"/>
            <ac:spMk id="5" creationId="{66514A0A-F8B2-1E51-6C36-66745F0A039E}"/>
          </ac:spMkLst>
        </pc:spChg>
        <pc:spChg chg="add mod">
          <ac:chgData name="Toby Donaldson" userId="2e6e5431-bb17-4c41-9985-d39c50d83c73" providerId="ADAL" clId="{1D7FF059-C713-4BC0-AC98-694AB6D31A7B}" dt="2024-01-09T04:35:09.979" v="5978" actId="113"/>
          <ac:spMkLst>
            <pc:docMk/>
            <pc:sldMk cId="1463498382" sldId="271"/>
            <ac:spMk id="6" creationId="{12A42820-0A48-2A70-FC83-17423BCE8E61}"/>
          </ac:spMkLst>
        </pc:spChg>
        <pc:spChg chg="mod">
          <ac:chgData name="Toby Donaldson" userId="2e6e5431-bb17-4c41-9985-d39c50d83c73" providerId="ADAL" clId="{1D7FF059-C713-4BC0-AC98-694AB6D31A7B}" dt="2024-01-09T04:33:49.882" v="5723" actId="14100"/>
          <ac:spMkLst>
            <pc:docMk/>
            <pc:sldMk cId="1463498382" sldId="271"/>
            <ac:spMk id="7" creationId="{7DFC4003-7388-3EED-D126-02544346128E}"/>
          </ac:spMkLst>
        </pc:spChg>
      </pc:sldChg>
      <pc:sldChg chg="modSp mod">
        <pc:chgData name="Toby Donaldson" userId="2e6e5431-bb17-4c41-9985-d39c50d83c73" providerId="ADAL" clId="{1D7FF059-C713-4BC0-AC98-694AB6D31A7B}" dt="2024-01-09T03:35:15.681" v="3861" actId="1076"/>
        <pc:sldMkLst>
          <pc:docMk/>
          <pc:sldMk cId="3133643840" sldId="272"/>
        </pc:sldMkLst>
        <pc:spChg chg="mod">
          <ac:chgData name="Toby Donaldson" userId="2e6e5431-bb17-4c41-9985-d39c50d83c73" providerId="ADAL" clId="{1D7FF059-C713-4BC0-AC98-694AB6D31A7B}" dt="2024-01-09T03:35:15.681" v="3861" actId="1076"/>
          <ac:spMkLst>
            <pc:docMk/>
            <pc:sldMk cId="3133643840" sldId="272"/>
            <ac:spMk id="3" creationId="{DFB14369-568D-AEE6-4EE7-5CE49B6A8A92}"/>
          </ac:spMkLst>
        </pc:spChg>
        <pc:spChg chg="mod">
          <ac:chgData name="Toby Donaldson" userId="2e6e5431-bb17-4c41-9985-d39c50d83c73" providerId="ADAL" clId="{1D7FF059-C713-4BC0-AC98-694AB6D31A7B}" dt="2024-01-09T03:35:04.835" v="3860" actId="20577"/>
          <ac:spMkLst>
            <pc:docMk/>
            <pc:sldMk cId="3133643840" sldId="272"/>
            <ac:spMk id="7" creationId="{7DFC4003-7388-3EED-D126-02544346128E}"/>
          </ac:spMkLst>
        </pc:spChg>
      </pc:sldChg>
      <pc:sldChg chg="addSp modSp add mod ord">
        <pc:chgData name="Toby Donaldson" userId="2e6e5431-bb17-4c41-9985-d39c50d83c73" providerId="ADAL" clId="{1D7FF059-C713-4BC0-AC98-694AB6D31A7B}" dt="2024-01-09T04:36:42.668" v="5989"/>
        <pc:sldMkLst>
          <pc:docMk/>
          <pc:sldMk cId="1284412257" sldId="273"/>
        </pc:sldMkLst>
        <pc:spChg chg="mod">
          <ac:chgData name="Toby Donaldson" userId="2e6e5431-bb17-4c41-9985-d39c50d83c73" providerId="ADAL" clId="{1D7FF059-C713-4BC0-AC98-694AB6D31A7B}" dt="2024-01-09T03:47:05.370" v="4112" actId="207"/>
          <ac:spMkLst>
            <pc:docMk/>
            <pc:sldMk cId="1284412257" sldId="273"/>
            <ac:spMk id="2" creationId="{9DE27F44-F97A-4C08-E56C-AF7030716265}"/>
          </ac:spMkLst>
        </pc:spChg>
        <pc:spChg chg="add mod">
          <ac:chgData name="Toby Donaldson" userId="2e6e5431-bb17-4c41-9985-d39c50d83c73" providerId="ADAL" clId="{1D7FF059-C713-4BC0-AC98-694AB6D31A7B}" dt="2024-01-09T04:36:42.668" v="5989"/>
          <ac:spMkLst>
            <pc:docMk/>
            <pc:sldMk cId="1284412257" sldId="273"/>
            <ac:spMk id="3" creationId="{A307ED06-1246-5A80-BAD4-9B00A997C972}"/>
          </ac:spMkLst>
        </pc:spChg>
        <pc:spChg chg="add mod">
          <ac:chgData name="Toby Donaldson" userId="2e6e5431-bb17-4c41-9985-d39c50d83c73" providerId="ADAL" clId="{1D7FF059-C713-4BC0-AC98-694AB6D31A7B}" dt="2024-01-09T03:47:09.689" v="4113" actId="207"/>
          <ac:spMkLst>
            <pc:docMk/>
            <pc:sldMk cId="1284412257" sldId="273"/>
            <ac:spMk id="4" creationId="{D009FD34-8B38-1FE3-0E10-D8A6716CEC71}"/>
          </ac:spMkLst>
        </pc:spChg>
        <pc:spChg chg="mod">
          <ac:chgData name="Toby Donaldson" userId="2e6e5431-bb17-4c41-9985-d39c50d83c73" providerId="ADAL" clId="{1D7FF059-C713-4BC0-AC98-694AB6D31A7B}" dt="2024-01-09T04:36:37.777" v="5987" actId="14100"/>
          <ac:spMkLst>
            <pc:docMk/>
            <pc:sldMk cId="1284412257" sldId="273"/>
            <ac:spMk id="7" creationId="{7DFC4003-7388-3EED-D126-02544346128E}"/>
          </ac:spMkLst>
        </pc:spChg>
      </pc:sldChg>
      <pc:sldChg chg="addSp delSp modSp add mod">
        <pc:chgData name="Toby Donaldson" userId="2e6e5431-bb17-4c41-9985-d39c50d83c73" providerId="ADAL" clId="{1D7FF059-C713-4BC0-AC98-694AB6D31A7B}" dt="2024-01-09T04:19:44.795" v="5413" actId="122"/>
        <pc:sldMkLst>
          <pc:docMk/>
          <pc:sldMk cId="1550435524" sldId="274"/>
        </pc:sldMkLst>
        <pc:spChg chg="del">
          <ac:chgData name="Toby Donaldson" userId="2e6e5431-bb17-4c41-9985-d39c50d83c73" providerId="ADAL" clId="{1D7FF059-C713-4BC0-AC98-694AB6D31A7B}" dt="2024-01-09T03:42:09.130" v="4014" actId="21"/>
          <ac:spMkLst>
            <pc:docMk/>
            <pc:sldMk cId="1550435524" sldId="274"/>
            <ac:spMk id="2" creationId="{9DE27F44-F97A-4C08-E56C-AF7030716265}"/>
          </ac:spMkLst>
        </pc:spChg>
        <pc:spChg chg="mod">
          <ac:chgData name="Toby Donaldson" userId="2e6e5431-bb17-4c41-9985-d39c50d83c73" providerId="ADAL" clId="{1D7FF059-C713-4BC0-AC98-694AB6D31A7B}" dt="2024-01-09T03:46:22.443" v="4099" actId="12788"/>
          <ac:spMkLst>
            <pc:docMk/>
            <pc:sldMk cId="1550435524" sldId="274"/>
            <ac:spMk id="3" creationId="{A307ED06-1246-5A80-BAD4-9B00A997C972}"/>
          </ac:spMkLst>
        </pc:spChg>
        <pc:spChg chg="mod">
          <ac:chgData name="Toby Donaldson" userId="2e6e5431-bb17-4c41-9985-d39c50d83c73" providerId="ADAL" clId="{1D7FF059-C713-4BC0-AC98-694AB6D31A7B}" dt="2024-01-09T03:46:59.107" v="4111" actId="207"/>
          <ac:spMkLst>
            <pc:docMk/>
            <pc:sldMk cId="1550435524" sldId="274"/>
            <ac:spMk id="4" creationId="{D009FD34-8B38-1FE3-0E10-D8A6716CEC71}"/>
          </ac:spMkLst>
        </pc:spChg>
        <pc:spChg chg="add del mod">
          <ac:chgData name="Toby Donaldson" userId="2e6e5431-bb17-4c41-9985-d39c50d83c73" providerId="ADAL" clId="{1D7FF059-C713-4BC0-AC98-694AB6D31A7B}" dt="2024-01-09T03:42:11.390" v="4015" actId="21"/>
          <ac:spMkLst>
            <pc:docMk/>
            <pc:sldMk cId="1550435524" sldId="274"/>
            <ac:spMk id="6" creationId="{BD2545DD-C016-CE93-0D3A-085683A8907C}"/>
          </ac:spMkLst>
        </pc:spChg>
        <pc:spChg chg="mod">
          <ac:chgData name="Toby Donaldson" userId="2e6e5431-bb17-4c41-9985-d39c50d83c73" providerId="ADAL" clId="{1D7FF059-C713-4BC0-AC98-694AB6D31A7B}" dt="2024-01-09T03:42:48.241" v="4048" actId="1076"/>
          <ac:spMkLst>
            <pc:docMk/>
            <pc:sldMk cId="1550435524" sldId="274"/>
            <ac:spMk id="7" creationId="{7DFC4003-7388-3EED-D126-02544346128E}"/>
          </ac:spMkLst>
        </pc:spChg>
        <pc:spChg chg="add mod">
          <ac:chgData name="Toby Donaldson" userId="2e6e5431-bb17-4c41-9985-d39c50d83c73" providerId="ADAL" clId="{1D7FF059-C713-4BC0-AC98-694AB6D31A7B}" dt="2024-01-09T03:46:08.843" v="4097" actId="14100"/>
          <ac:spMkLst>
            <pc:docMk/>
            <pc:sldMk cId="1550435524" sldId="274"/>
            <ac:spMk id="8" creationId="{CC85398D-2C0D-1B6D-BDA5-1F9AA3DBB966}"/>
          </ac:spMkLst>
        </pc:spChg>
        <pc:spChg chg="add mod">
          <ac:chgData name="Toby Donaldson" userId="2e6e5431-bb17-4c41-9985-d39c50d83c73" providerId="ADAL" clId="{1D7FF059-C713-4BC0-AC98-694AB6D31A7B}" dt="2024-01-09T03:48:09.438" v="4150" actId="20577"/>
          <ac:spMkLst>
            <pc:docMk/>
            <pc:sldMk cId="1550435524" sldId="274"/>
            <ac:spMk id="9" creationId="{62D5DA73-B8DD-E900-C7D4-8A726BC91999}"/>
          </ac:spMkLst>
        </pc:spChg>
        <pc:spChg chg="add mod">
          <ac:chgData name="Toby Donaldson" userId="2e6e5431-bb17-4c41-9985-d39c50d83c73" providerId="ADAL" clId="{1D7FF059-C713-4BC0-AC98-694AB6D31A7B}" dt="2024-01-09T04:19:44.795" v="5413" actId="122"/>
          <ac:spMkLst>
            <pc:docMk/>
            <pc:sldMk cId="1550435524" sldId="274"/>
            <ac:spMk id="10" creationId="{67440E17-E3A1-49AA-DD1C-35007316A7D7}"/>
          </ac:spMkLst>
        </pc:spChg>
      </pc:sldChg>
      <pc:sldChg chg="modSp add del mod">
        <pc:chgData name="Toby Donaldson" userId="2e6e5431-bb17-4c41-9985-d39c50d83c73" providerId="ADAL" clId="{1D7FF059-C713-4BC0-AC98-694AB6D31A7B}" dt="2024-01-09T03:41:19.966" v="4003" actId="2696"/>
        <pc:sldMkLst>
          <pc:docMk/>
          <pc:sldMk cId="2366142434" sldId="274"/>
        </pc:sldMkLst>
        <pc:spChg chg="mod">
          <ac:chgData name="Toby Donaldson" userId="2e6e5431-bb17-4c41-9985-d39c50d83c73" providerId="ADAL" clId="{1D7FF059-C713-4BC0-AC98-694AB6D31A7B}" dt="2024-01-09T03:39:25.163" v="3961" actId="20577"/>
          <ac:spMkLst>
            <pc:docMk/>
            <pc:sldMk cId="2366142434" sldId="274"/>
            <ac:spMk id="2" creationId="{9DE27F44-F97A-4C08-E56C-AF7030716265}"/>
          </ac:spMkLst>
        </pc:spChg>
        <pc:spChg chg="mod">
          <ac:chgData name="Toby Donaldson" userId="2e6e5431-bb17-4c41-9985-d39c50d83c73" providerId="ADAL" clId="{1D7FF059-C713-4BC0-AC98-694AB6D31A7B}" dt="2024-01-09T03:39:49.978" v="3987" actId="20577"/>
          <ac:spMkLst>
            <pc:docMk/>
            <pc:sldMk cId="2366142434" sldId="274"/>
            <ac:spMk id="7" creationId="{7DFC4003-7388-3EED-D126-02544346128E}"/>
          </ac:spMkLst>
        </pc:spChg>
      </pc:sldChg>
      <pc:sldChg chg="addSp delSp modSp add mod ord">
        <pc:chgData name="Toby Donaldson" userId="2e6e5431-bb17-4c41-9985-d39c50d83c73" providerId="ADAL" clId="{1D7FF059-C713-4BC0-AC98-694AB6D31A7B}" dt="2024-01-09T03:57:48.850" v="4640" actId="20577"/>
        <pc:sldMkLst>
          <pc:docMk/>
          <pc:sldMk cId="2765846928" sldId="275"/>
        </pc:sldMkLst>
        <pc:spChg chg="mod">
          <ac:chgData name="Toby Donaldson" userId="2e6e5431-bb17-4c41-9985-d39c50d83c73" providerId="ADAL" clId="{1D7FF059-C713-4BC0-AC98-694AB6D31A7B}" dt="2024-01-09T03:57:44.473" v="4636" actId="14100"/>
          <ac:spMkLst>
            <pc:docMk/>
            <pc:sldMk cId="2765846928" sldId="275"/>
            <ac:spMk id="2" creationId="{9DE27F44-F97A-4C08-E56C-AF7030716265}"/>
          </ac:spMkLst>
        </pc:spChg>
        <pc:spChg chg="del mod">
          <ac:chgData name="Toby Donaldson" userId="2e6e5431-bb17-4c41-9985-d39c50d83c73" providerId="ADAL" clId="{1D7FF059-C713-4BC0-AC98-694AB6D31A7B}" dt="2024-01-09T03:52:29.126" v="4281" actId="21"/>
          <ac:spMkLst>
            <pc:docMk/>
            <pc:sldMk cId="2765846928" sldId="275"/>
            <ac:spMk id="3" creationId="{A307ED06-1246-5A80-BAD4-9B00A997C972}"/>
          </ac:spMkLst>
        </pc:spChg>
        <pc:spChg chg="mod">
          <ac:chgData name="Toby Donaldson" userId="2e6e5431-bb17-4c41-9985-d39c50d83c73" providerId="ADAL" clId="{1D7FF059-C713-4BC0-AC98-694AB6D31A7B}" dt="2024-01-09T03:57:48.850" v="4640" actId="20577"/>
          <ac:spMkLst>
            <pc:docMk/>
            <pc:sldMk cId="2765846928" sldId="275"/>
            <ac:spMk id="4" creationId="{D009FD34-8B38-1FE3-0E10-D8A6716CEC71}"/>
          </ac:spMkLst>
        </pc:spChg>
        <pc:spChg chg="add mod">
          <ac:chgData name="Toby Donaldson" userId="2e6e5431-bb17-4c41-9985-d39c50d83c73" providerId="ADAL" clId="{1D7FF059-C713-4BC0-AC98-694AB6D31A7B}" dt="2024-01-09T03:52:46.960" v="4285" actId="20577"/>
          <ac:spMkLst>
            <pc:docMk/>
            <pc:sldMk cId="2765846928" sldId="275"/>
            <ac:spMk id="5" creationId="{31F619FC-10BC-9E03-D475-A90C0C339FD5}"/>
          </ac:spMkLst>
        </pc:spChg>
        <pc:spChg chg="add mod">
          <ac:chgData name="Toby Donaldson" userId="2e6e5431-bb17-4c41-9985-d39c50d83c73" providerId="ADAL" clId="{1D7FF059-C713-4BC0-AC98-694AB6D31A7B}" dt="2024-01-09T03:53:13.355" v="4290" actId="208"/>
          <ac:spMkLst>
            <pc:docMk/>
            <pc:sldMk cId="2765846928" sldId="275"/>
            <ac:spMk id="6" creationId="{A7E6611C-6B4D-CAF8-7FE0-5B4952DBF755}"/>
          </ac:spMkLst>
        </pc:spChg>
        <pc:spChg chg="mod">
          <ac:chgData name="Toby Donaldson" userId="2e6e5431-bb17-4c41-9985-d39c50d83c73" providerId="ADAL" clId="{1D7FF059-C713-4BC0-AC98-694AB6D31A7B}" dt="2024-01-09T03:53:16.329" v="4291" actId="1076"/>
          <ac:spMkLst>
            <pc:docMk/>
            <pc:sldMk cId="2765846928" sldId="275"/>
            <ac:spMk id="7" creationId="{7DFC4003-7388-3EED-D126-02544346128E}"/>
          </ac:spMkLst>
        </pc:spChg>
        <pc:spChg chg="add mod">
          <ac:chgData name="Toby Donaldson" userId="2e6e5431-bb17-4c41-9985-d39c50d83c73" providerId="ADAL" clId="{1D7FF059-C713-4BC0-AC98-694AB6D31A7B}" dt="2024-01-09T03:53:28.690" v="4295" actId="14100"/>
          <ac:spMkLst>
            <pc:docMk/>
            <pc:sldMk cId="2765846928" sldId="275"/>
            <ac:spMk id="8" creationId="{862B727F-9BA6-9D70-B813-FC29EC174C4B}"/>
          </ac:spMkLst>
        </pc:spChg>
      </pc:sldChg>
      <pc:sldChg chg="addSp delSp modSp add mod">
        <pc:chgData name="Toby Donaldson" userId="2e6e5431-bb17-4c41-9985-d39c50d83c73" providerId="ADAL" clId="{1D7FF059-C713-4BC0-AC98-694AB6D31A7B}" dt="2024-01-09T03:57:35.153" v="4631" actId="20577"/>
        <pc:sldMkLst>
          <pc:docMk/>
          <pc:sldMk cId="2564176936" sldId="276"/>
        </pc:sldMkLst>
        <pc:spChg chg="mod">
          <ac:chgData name="Toby Donaldson" userId="2e6e5431-bb17-4c41-9985-d39c50d83c73" providerId="ADAL" clId="{1D7FF059-C713-4BC0-AC98-694AB6D31A7B}" dt="2024-01-09T03:57:27.960" v="4625" actId="14100"/>
          <ac:spMkLst>
            <pc:docMk/>
            <pc:sldMk cId="2564176936" sldId="276"/>
            <ac:spMk id="2" creationId="{9DE27F44-F97A-4C08-E56C-AF7030716265}"/>
          </ac:spMkLst>
        </pc:spChg>
        <pc:spChg chg="add mod">
          <ac:chgData name="Toby Donaldson" userId="2e6e5431-bb17-4c41-9985-d39c50d83c73" providerId="ADAL" clId="{1D7FF059-C713-4BC0-AC98-694AB6D31A7B}" dt="2024-01-09T03:54:31.130" v="4380" actId="1076"/>
          <ac:spMkLst>
            <pc:docMk/>
            <pc:sldMk cId="2564176936" sldId="276"/>
            <ac:spMk id="3" creationId="{C870092C-AEF8-8BDF-FE0E-55D8F6906322}"/>
          </ac:spMkLst>
        </pc:spChg>
        <pc:spChg chg="mod">
          <ac:chgData name="Toby Donaldson" userId="2e6e5431-bb17-4c41-9985-d39c50d83c73" providerId="ADAL" clId="{1D7FF059-C713-4BC0-AC98-694AB6D31A7B}" dt="2024-01-09T03:57:35.153" v="4631" actId="20577"/>
          <ac:spMkLst>
            <pc:docMk/>
            <pc:sldMk cId="2564176936" sldId="276"/>
            <ac:spMk id="4" creationId="{D009FD34-8B38-1FE3-0E10-D8A6716CEC71}"/>
          </ac:spMkLst>
        </pc:spChg>
        <pc:spChg chg="add del mod">
          <ac:chgData name="Toby Donaldson" userId="2e6e5431-bb17-4c41-9985-d39c50d83c73" providerId="ADAL" clId="{1D7FF059-C713-4BC0-AC98-694AB6D31A7B}" dt="2024-01-09T03:54:35.849" v="4381" actId="21"/>
          <ac:spMkLst>
            <pc:docMk/>
            <pc:sldMk cId="2564176936" sldId="276"/>
            <ac:spMk id="9" creationId="{2FD00A5F-B5F2-0786-517E-A468AF3852F0}"/>
          </ac:spMkLst>
        </pc:spChg>
        <pc:spChg chg="add mod">
          <ac:chgData name="Toby Donaldson" userId="2e6e5431-bb17-4c41-9985-d39c50d83c73" providerId="ADAL" clId="{1D7FF059-C713-4BC0-AC98-694AB6D31A7B}" dt="2024-01-09T03:55:15.150" v="4469" actId="113"/>
          <ac:spMkLst>
            <pc:docMk/>
            <pc:sldMk cId="2564176936" sldId="276"/>
            <ac:spMk id="10" creationId="{9A1F33DA-2E66-8937-F3E4-4D5F23E6CECC}"/>
          </ac:spMkLst>
        </pc:spChg>
      </pc:sldChg>
      <pc:sldChg chg="addSp delSp modSp add mod">
        <pc:chgData name="Toby Donaldson" userId="2e6e5431-bb17-4c41-9985-d39c50d83c73" providerId="ADAL" clId="{1D7FF059-C713-4BC0-AC98-694AB6D31A7B}" dt="2024-01-09T03:59:33.613" v="4657" actId="21"/>
        <pc:sldMkLst>
          <pc:docMk/>
          <pc:sldMk cId="1567311950" sldId="277"/>
        </pc:sldMkLst>
        <pc:spChg chg="del">
          <ac:chgData name="Toby Donaldson" userId="2e6e5431-bb17-4c41-9985-d39c50d83c73" providerId="ADAL" clId="{1D7FF059-C713-4BC0-AC98-694AB6D31A7B}" dt="2024-01-09T03:55:43.911" v="4471" actId="21"/>
          <ac:spMkLst>
            <pc:docMk/>
            <pc:sldMk cId="1567311950" sldId="277"/>
            <ac:spMk id="2" creationId="{9DE27F44-F97A-4C08-E56C-AF7030716265}"/>
          </ac:spMkLst>
        </pc:spChg>
        <pc:spChg chg="del">
          <ac:chgData name="Toby Donaldson" userId="2e6e5431-bb17-4c41-9985-d39c50d83c73" providerId="ADAL" clId="{1D7FF059-C713-4BC0-AC98-694AB6D31A7B}" dt="2024-01-09T03:55:43.911" v="4471" actId="21"/>
          <ac:spMkLst>
            <pc:docMk/>
            <pc:sldMk cId="1567311950" sldId="277"/>
            <ac:spMk id="3" creationId="{C870092C-AEF8-8BDF-FE0E-55D8F6906322}"/>
          </ac:spMkLst>
        </pc:spChg>
        <pc:spChg chg="mod">
          <ac:chgData name="Toby Donaldson" userId="2e6e5431-bb17-4c41-9985-d39c50d83c73" providerId="ADAL" clId="{1D7FF059-C713-4BC0-AC98-694AB6D31A7B}" dt="2024-01-09T03:57:02.129" v="4612" actId="20577"/>
          <ac:spMkLst>
            <pc:docMk/>
            <pc:sldMk cId="1567311950" sldId="277"/>
            <ac:spMk id="4" creationId="{D009FD34-8B38-1FE3-0E10-D8A6716CEC71}"/>
          </ac:spMkLst>
        </pc:spChg>
        <pc:spChg chg="mod">
          <ac:chgData name="Toby Donaldson" userId="2e6e5431-bb17-4c41-9985-d39c50d83c73" providerId="ADAL" clId="{1D7FF059-C713-4BC0-AC98-694AB6D31A7B}" dt="2024-01-09T03:58:59.867" v="4649" actId="20577"/>
          <ac:spMkLst>
            <pc:docMk/>
            <pc:sldMk cId="1567311950" sldId="277"/>
            <ac:spMk id="5" creationId="{31F619FC-10BC-9E03-D475-A90C0C339FD5}"/>
          </ac:spMkLst>
        </pc:spChg>
        <pc:spChg chg="del">
          <ac:chgData name="Toby Donaldson" userId="2e6e5431-bb17-4c41-9985-d39c50d83c73" providerId="ADAL" clId="{1D7FF059-C713-4BC0-AC98-694AB6D31A7B}" dt="2024-01-09T03:55:47.412" v="4473" actId="21"/>
          <ac:spMkLst>
            <pc:docMk/>
            <pc:sldMk cId="1567311950" sldId="277"/>
            <ac:spMk id="6" creationId="{A7E6611C-6B4D-CAF8-7FE0-5B4952DBF755}"/>
          </ac:spMkLst>
        </pc:spChg>
        <pc:spChg chg="del">
          <ac:chgData name="Toby Donaldson" userId="2e6e5431-bb17-4c41-9985-d39c50d83c73" providerId="ADAL" clId="{1D7FF059-C713-4BC0-AC98-694AB6D31A7B}" dt="2024-01-09T03:55:43.911" v="4471" actId="21"/>
          <ac:spMkLst>
            <pc:docMk/>
            <pc:sldMk cId="1567311950" sldId="277"/>
            <ac:spMk id="7" creationId="{7DFC4003-7388-3EED-D126-02544346128E}"/>
          </ac:spMkLst>
        </pc:spChg>
        <pc:spChg chg="mod">
          <ac:chgData name="Toby Donaldson" userId="2e6e5431-bb17-4c41-9985-d39c50d83c73" providerId="ADAL" clId="{1D7FF059-C713-4BC0-AC98-694AB6D31A7B}" dt="2024-01-09T03:56:00.897" v="4476" actId="1076"/>
          <ac:spMkLst>
            <pc:docMk/>
            <pc:sldMk cId="1567311950" sldId="277"/>
            <ac:spMk id="8" creationId="{862B727F-9BA6-9D70-B813-FC29EC174C4B}"/>
          </ac:spMkLst>
        </pc:spChg>
        <pc:spChg chg="mod">
          <ac:chgData name="Toby Donaldson" userId="2e6e5431-bb17-4c41-9985-d39c50d83c73" providerId="ADAL" clId="{1D7FF059-C713-4BC0-AC98-694AB6D31A7B}" dt="2024-01-09T03:56:00.897" v="4476" actId="1076"/>
          <ac:spMkLst>
            <pc:docMk/>
            <pc:sldMk cId="1567311950" sldId="277"/>
            <ac:spMk id="10" creationId="{9A1F33DA-2E66-8937-F3E4-4D5F23E6CECC}"/>
          </ac:spMkLst>
        </pc:spChg>
        <pc:spChg chg="add del mod">
          <ac:chgData name="Toby Donaldson" userId="2e6e5431-bb17-4c41-9985-d39c50d83c73" providerId="ADAL" clId="{1D7FF059-C713-4BC0-AC98-694AB6D31A7B}" dt="2024-01-09T03:55:45.751" v="4472" actId="21"/>
          <ac:spMkLst>
            <pc:docMk/>
            <pc:sldMk cId="1567311950" sldId="277"/>
            <ac:spMk id="11" creationId="{F91F78DB-3F1D-FD91-0DE3-46770768F6D9}"/>
          </ac:spMkLst>
        </pc:spChg>
        <pc:spChg chg="add mod">
          <ac:chgData name="Toby Donaldson" userId="2e6e5431-bb17-4c41-9985-d39c50d83c73" providerId="ADAL" clId="{1D7FF059-C713-4BC0-AC98-694AB6D31A7B}" dt="2024-01-09T03:57:15.214" v="4620" actId="20577"/>
          <ac:spMkLst>
            <pc:docMk/>
            <pc:sldMk cId="1567311950" sldId="277"/>
            <ac:spMk id="12" creationId="{C98FAD85-ABA6-751F-AD89-4BC14FD43D00}"/>
          </ac:spMkLst>
        </pc:spChg>
        <pc:spChg chg="add mod">
          <ac:chgData name="Toby Donaldson" userId="2e6e5431-bb17-4c41-9985-d39c50d83c73" providerId="ADAL" clId="{1D7FF059-C713-4BC0-AC98-694AB6D31A7B}" dt="2024-01-09T03:59:08.687" v="4655" actId="20577"/>
          <ac:spMkLst>
            <pc:docMk/>
            <pc:sldMk cId="1567311950" sldId="277"/>
            <ac:spMk id="13" creationId="{35808EA2-5807-6C3F-9145-6558A3E32F58}"/>
          </ac:spMkLst>
        </pc:spChg>
        <pc:spChg chg="add mod">
          <ac:chgData name="Toby Donaldson" userId="2e6e5431-bb17-4c41-9985-d39c50d83c73" providerId="ADAL" clId="{1D7FF059-C713-4BC0-AC98-694AB6D31A7B}" dt="2024-01-09T03:56:06.308" v="4478" actId="1076"/>
          <ac:spMkLst>
            <pc:docMk/>
            <pc:sldMk cId="1567311950" sldId="277"/>
            <ac:spMk id="14" creationId="{C1C7206B-6BFE-F071-CF5B-1BD921A43BFD}"/>
          </ac:spMkLst>
        </pc:spChg>
        <pc:spChg chg="add del mod">
          <ac:chgData name="Toby Donaldson" userId="2e6e5431-bb17-4c41-9985-d39c50d83c73" providerId="ADAL" clId="{1D7FF059-C713-4BC0-AC98-694AB6D31A7B}" dt="2024-01-09T03:59:33.613" v="4657" actId="21"/>
          <ac:spMkLst>
            <pc:docMk/>
            <pc:sldMk cId="1567311950" sldId="277"/>
            <ac:spMk id="15" creationId="{BB9E7829-7DAB-7B12-C673-614CC313B55B}"/>
          </ac:spMkLst>
        </pc:spChg>
        <pc:spChg chg="add del mod">
          <ac:chgData name="Toby Donaldson" userId="2e6e5431-bb17-4c41-9985-d39c50d83c73" providerId="ADAL" clId="{1D7FF059-C713-4BC0-AC98-694AB6D31A7B}" dt="2024-01-09T03:59:33.613" v="4657" actId="21"/>
          <ac:spMkLst>
            <pc:docMk/>
            <pc:sldMk cId="1567311950" sldId="277"/>
            <ac:spMk id="16" creationId="{176E5787-E7A9-5EA9-60F8-55AF97B3F0DC}"/>
          </ac:spMkLst>
        </pc:spChg>
      </pc:sldChg>
      <pc:sldChg chg="add">
        <pc:chgData name="Toby Donaldson" userId="2e6e5431-bb17-4c41-9985-d39c50d83c73" providerId="ADAL" clId="{1D7FF059-C713-4BC0-AC98-694AB6D31A7B}" dt="2024-01-09T03:59:28.685" v="4656" actId="2890"/>
        <pc:sldMkLst>
          <pc:docMk/>
          <pc:sldMk cId="937055327" sldId="278"/>
        </pc:sldMkLst>
      </pc:sldChg>
      <pc:sldChg chg="addSp delSp modSp add mod ord">
        <pc:chgData name="Toby Donaldson" userId="2e6e5431-bb17-4c41-9985-d39c50d83c73" providerId="ADAL" clId="{1D7FF059-C713-4BC0-AC98-694AB6D31A7B}" dt="2024-01-09T04:02:20.838" v="4908" actId="21"/>
        <pc:sldMkLst>
          <pc:docMk/>
          <pc:sldMk cId="1267900475" sldId="279"/>
        </pc:sldMkLst>
        <pc:spChg chg="add mod">
          <ac:chgData name="Toby Donaldson" userId="2e6e5431-bb17-4c41-9985-d39c50d83c73" providerId="ADAL" clId="{1D7FF059-C713-4BC0-AC98-694AB6D31A7B}" dt="2024-01-09T04:00:47.714" v="4696" actId="1076"/>
          <ac:spMkLst>
            <pc:docMk/>
            <pc:sldMk cId="1267900475" sldId="279"/>
            <ac:spMk id="2" creationId="{D2730F8B-F904-9599-FAFC-BA2D2C734AC1}"/>
          </ac:spMkLst>
        </pc:spChg>
        <pc:spChg chg="add mod">
          <ac:chgData name="Toby Donaldson" userId="2e6e5431-bb17-4c41-9985-d39c50d83c73" providerId="ADAL" clId="{1D7FF059-C713-4BC0-AC98-694AB6D31A7B}" dt="2024-01-09T04:00:53.787" v="4698" actId="1076"/>
          <ac:spMkLst>
            <pc:docMk/>
            <pc:sldMk cId="1267900475" sldId="279"/>
            <ac:spMk id="3" creationId="{B54BE9B2-830F-39E2-BD8D-3F55815D09FC}"/>
          </ac:spMkLst>
        </pc:spChg>
        <pc:spChg chg="del">
          <ac:chgData name="Toby Donaldson" userId="2e6e5431-bb17-4c41-9985-d39c50d83c73" providerId="ADAL" clId="{1D7FF059-C713-4BC0-AC98-694AB6D31A7B}" dt="2024-01-09T04:00:06.546" v="4661" actId="21"/>
          <ac:spMkLst>
            <pc:docMk/>
            <pc:sldMk cId="1267900475" sldId="279"/>
            <ac:spMk id="4" creationId="{D009FD34-8B38-1FE3-0E10-D8A6716CEC71}"/>
          </ac:spMkLst>
        </pc:spChg>
        <pc:spChg chg="del">
          <ac:chgData name="Toby Donaldson" userId="2e6e5431-bb17-4c41-9985-d39c50d83c73" providerId="ADAL" clId="{1D7FF059-C713-4BC0-AC98-694AB6D31A7B}" dt="2024-01-09T04:00:06.546" v="4661" actId="21"/>
          <ac:spMkLst>
            <pc:docMk/>
            <pc:sldMk cId="1267900475" sldId="279"/>
            <ac:spMk id="5" creationId="{31F619FC-10BC-9E03-D475-A90C0C339FD5}"/>
          </ac:spMkLst>
        </pc:spChg>
        <pc:spChg chg="add del mod">
          <ac:chgData name="Toby Donaldson" userId="2e6e5431-bb17-4c41-9985-d39c50d83c73" providerId="ADAL" clId="{1D7FF059-C713-4BC0-AC98-694AB6D31A7B}" dt="2024-01-09T04:02:20.838" v="4908" actId="21"/>
          <ac:spMkLst>
            <pc:docMk/>
            <pc:sldMk cId="1267900475" sldId="279"/>
            <ac:spMk id="6" creationId="{8B94BB41-815E-0461-9C49-D13508D9BD53}"/>
          </ac:spMkLst>
        </pc:spChg>
        <pc:spChg chg="del">
          <ac:chgData name="Toby Donaldson" userId="2e6e5431-bb17-4c41-9985-d39c50d83c73" providerId="ADAL" clId="{1D7FF059-C713-4BC0-AC98-694AB6D31A7B}" dt="2024-01-09T04:00:09.055" v="4662" actId="21"/>
          <ac:spMkLst>
            <pc:docMk/>
            <pc:sldMk cId="1267900475" sldId="279"/>
            <ac:spMk id="8" creationId="{862B727F-9BA6-9D70-B813-FC29EC174C4B}"/>
          </ac:spMkLst>
        </pc:spChg>
        <pc:spChg chg="del">
          <ac:chgData name="Toby Donaldson" userId="2e6e5431-bb17-4c41-9985-d39c50d83c73" providerId="ADAL" clId="{1D7FF059-C713-4BC0-AC98-694AB6D31A7B}" dt="2024-01-09T04:00:06.546" v="4661" actId="21"/>
          <ac:spMkLst>
            <pc:docMk/>
            <pc:sldMk cId="1267900475" sldId="279"/>
            <ac:spMk id="10" creationId="{9A1F33DA-2E66-8937-F3E4-4D5F23E6CECC}"/>
          </ac:spMkLst>
        </pc:spChg>
        <pc:spChg chg="mod">
          <ac:chgData name="Toby Donaldson" userId="2e6e5431-bb17-4c41-9985-d39c50d83c73" providerId="ADAL" clId="{1D7FF059-C713-4BC0-AC98-694AB6D31A7B}" dt="2024-01-09T04:00:24.442" v="4690" actId="20577"/>
          <ac:spMkLst>
            <pc:docMk/>
            <pc:sldMk cId="1267900475" sldId="279"/>
            <ac:spMk id="12" creationId="{C98FAD85-ABA6-751F-AD89-4BC14FD43D00}"/>
          </ac:spMkLst>
        </pc:spChg>
        <pc:spChg chg="mod">
          <ac:chgData name="Toby Donaldson" userId="2e6e5431-bb17-4c41-9985-d39c50d83c73" providerId="ADAL" clId="{1D7FF059-C713-4BC0-AC98-694AB6D31A7B}" dt="2024-01-09T04:00:17.417" v="4663" actId="1076"/>
          <ac:spMkLst>
            <pc:docMk/>
            <pc:sldMk cId="1267900475" sldId="279"/>
            <ac:spMk id="13" creationId="{35808EA2-5807-6C3F-9145-6558A3E32F58}"/>
          </ac:spMkLst>
        </pc:spChg>
        <pc:spChg chg="mod">
          <ac:chgData name="Toby Donaldson" userId="2e6e5431-bb17-4c41-9985-d39c50d83c73" providerId="ADAL" clId="{1D7FF059-C713-4BC0-AC98-694AB6D31A7B}" dt="2024-01-09T04:00:35.704" v="4693" actId="1076"/>
          <ac:spMkLst>
            <pc:docMk/>
            <pc:sldMk cId="1267900475" sldId="279"/>
            <ac:spMk id="14" creationId="{C1C7206B-6BFE-F071-CF5B-1BD921A43BFD}"/>
          </ac:spMkLst>
        </pc:spChg>
      </pc:sldChg>
      <pc:sldChg chg="addSp delSp modSp add mod ord">
        <pc:chgData name="Toby Donaldson" userId="2e6e5431-bb17-4c41-9985-d39c50d83c73" providerId="ADAL" clId="{1D7FF059-C713-4BC0-AC98-694AB6D31A7B}" dt="2024-01-09T04:09:18.990" v="5145" actId="21"/>
        <pc:sldMkLst>
          <pc:docMk/>
          <pc:sldMk cId="213932887" sldId="280"/>
        </pc:sldMkLst>
        <pc:spChg chg="mod">
          <ac:chgData name="Toby Donaldson" userId="2e6e5431-bb17-4c41-9985-d39c50d83c73" providerId="ADAL" clId="{1D7FF059-C713-4BC0-AC98-694AB6D31A7B}" dt="2024-01-09T04:04:19.817" v="5133" actId="1076"/>
          <ac:spMkLst>
            <pc:docMk/>
            <pc:sldMk cId="213932887" sldId="280"/>
            <ac:spMk id="2" creationId="{D2730F8B-F904-9599-FAFC-BA2D2C734AC1}"/>
          </ac:spMkLst>
        </pc:spChg>
        <pc:spChg chg="add del">
          <ac:chgData name="Toby Donaldson" userId="2e6e5431-bb17-4c41-9985-d39c50d83c73" providerId="ADAL" clId="{1D7FF059-C713-4BC0-AC98-694AB6D31A7B}" dt="2024-01-09T04:02:57.742" v="4962" actId="21"/>
          <ac:spMkLst>
            <pc:docMk/>
            <pc:sldMk cId="213932887" sldId="280"/>
            <ac:spMk id="3" creationId="{B54BE9B2-830F-39E2-BD8D-3F55815D09FC}"/>
          </ac:spMkLst>
        </pc:spChg>
        <pc:spChg chg="add del mod">
          <ac:chgData name="Toby Donaldson" userId="2e6e5431-bb17-4c41-9985-d39c50d83c73" providerId="ADAL" clId="{1D7FF059-C713-4BC0-AC98-694AB6D31A7B}" dt="2024-01-09T04:08:30.741" v="5135"/>
          <ac:spMkLst>
            <pc:docMk/>
            <pc:sldMk cId="213932887" sldId="280"/>
            <ac:spMk id="4" creationId="{09002EB5-B5BD-4F12-156D-36E892E056ED}"/>
          </ac:spMkLst>
        </pc:spChg>
        <pc:spChg chg="del mod">
          <ac:chgData name="Toby Donaldson" userId="2e6e5431-bb17-4c41-9985-d39c50d83c73" providerId="ADAL" clId="{1D7FF059-C713-4BC0-AC98-694AB6D31A7B}" dt="2024-01-09T04:09:18.990" v="5145" actId="21"/>
          <ac:spMkLst>
            <pc:docMk/>
            <pc:sldMk cId="213932887" sldId="280"/>
            <ac:spMk id="6" creationId="{8B94BB41-815E-0461-9C49-D13508D9BD53}"/>
          </ac:spMkLst>
        </pc:spChg>
        <pc:spChg chg="mod">
          <ac:chgData name="Toby Donaldson" userId="2e6e5431-bb17-4c41-9985-d39c50d83c73" providerId="ADAL" clId="{1D7FF059-C713-4BC0-AC98-694AB6D31A7B}" dt="2024-01-09T04:04:12.217" v="5132" actId="1076"/>
          <ac:spMkLst>
            <pc:docMk/>
            <pc:sldMk cId="213932887" sldId="280"/>
            <ac:spMk id="12" creationId="{C98FAD85-ABA6-751F-AD89-4BC14FD43D00}"/>
          </ac:spMkLst>
        </pc:spChg>
        <pc:spChg chg="add del mod">
          <ac:chgData name="Toby Donaldson" userId="2e6e5431-bb17-4c41-9985-d39c50d83c73" providerId="ADAL" clId="{1D7FF059-C713-4BC0-AC98-694AB6D31A7B}" dt="2024-01-09T04:04:12.217" v="5132" actId="1076"/>
          <ac:spMkLst>
            <pc:docMk/>
            <pc:sldMk cId="213932887" sldId="280"/>
            <ac:spMk id="13" creationId="{35808EA2-5807-6C3F-9145-6558A3E32F58}"/>
          </ac:spMkLst>
        </pc:spChg>
        <pc:spChg chg="add del">
          <ac:chgData name="Toby Donaldson" userId="2e6e5431-bb17-4c41-9985-d39c50d83c73" providerId="ADAL" clId="{1D7FF059-C713-4BC0-AC98-694AB6D31A7B}" dt="2024-01-09T04:02:56.337" v="4961" actId="21"/>
          <ac:spMkLst>
            <pc:docMk/>
            <pc:sldMk cId="213932887" sldId="280"/>
            <ac:spMk id="14" creationId="{C1C7206B-6BFE-F071-CF5B-1BD921A43BFD}"/>
          </ac:spMkLst>
        </pc:spChg>
      </pc:sldChg>
      <pc:sldChg chg="add">
        <pc:chgData name="Toby Donaldson" userId="2e6e5431-bb17-4c41-9985-d39c50d83c73" providerId="ADAL" clId="{1D7FF059-C713-4BC0-AC98-694AB6D31A7B}" dt="2024-01-09T04:02:23.757" v="4909" actId="2890"/>
        <pc:sldMkLst>
          <pc:docMk/>
          <pc:sldMk cId="692680348" sldId="281"/>
        </pc:sldMkLst>
      </pc:sldChg>
      <pc:sldChg chg="addSp delSp modSp add mod">
        <pc:chgData name="Toby Donaldson" userId="2e6e5431-bb17-4c41-9985-d39c50d83c73" providerId="ADAL" clId="{1D7FF059-C713-4BC0-AC98-694AB6D31A7B}" dt="2024-01-09T04:28:47.916" v="5565" actId="113"/>
        <pc:sldMkLst>
          <pc:docMk/>
          <pc:sldMk cId="1078740600" sldId="282"/>
        </pc:sldMkLst>
        <pc:spChg chg="add del mod">
          <ac:chgData name="Toby Donaldson" userId="2e6e5431-bb17-4c41-9985-d39c50d83c73" providerId="ADAL" clId="{1D7FF059-C713-4BC0-AC98-694AB6D31A7B}" dt="2024-01-09T04:28:08.418" v="5417"/>
          <ac:spMkLst>
            <pc:docMk/>
            <pc:sldMk cId="1078740600" sldId="282"/>
            <ac:spMk id="4" creationId="{E0381077-D932-DFE0-4BCF-021F5542FC26}"/>
          </ac:spMkLst>
        </pc:spChg>
        <pc:spChg chg="add del mod">
          <ac:chgData name="Toby Donaldson" userId="2e6e5431-bb17-4c41-9985-d39c50d83c73" providerId="ADAL" clId="{1D7FF059-C713-4BC0-AC98-694AB6D31A7B}" dt="2024-01-09T04:28:08.418" v="5417"/>
          <ac:spMkLst>
            <pc:docMk/>
            <pc:sldMk cId="1078740600" sldId="282"/>
            <ac:spMk id="5" creationId="{85003AF5-5FB7-8A02-FDBD-EF342D3A4C1B}"/>
          </ac:spMkLst>
        </pc:spChg>
        <pc:spChg chg="mod">
          <ac:chgData name="Toby Donaldson" userId="2e6e5431-bb17-4c41-9985-d39c50d83c73" providerId="ADAL" clId="{1D7FF059-C713-4BC0-AC98-694AB6D31A7B}" dt="2024-01-09T04:28:14.768" v="5420" actId="1076"/>
          <ac:spMkLst>
            <pc:docMk/>
            <pc:sldMk cId="1078740600" sldId="282"/>
            <ac:spMk id="6" creationId="{8B94BB41-815E-0461-9C49-D13508D9BD53}"/>
          </ac:spMkLst>
        </pc:spChg>
        <pc:spChg chg="add del mod">
          <ac:chgData name="Toby Donaldson" userId="2e6e5431-bb17-4c41-9985-d39c50d83c73" providerId="ADAL" clId="{1D7FF059-C713-4BC0-AC98-694AB6D31A7B}" dt="2024-01-09T04:28:08.418" v="5417"/>
          <ac:spMkLst>
            <pc:docMk/>
            <pc:sldMk cId="1078740600" sldId="282"/>
            <ac:spMk id="7" creationId="{F50AFD50-9E24-306B-39E6-EB30CD24849C}"/>
          </ac:spMkLst>
        </pc:spChg>
        <pc:spChg chg="add mod">
          <ac:chgData name="Toby Donaldson" userId="2e6e5431-bb17-4c41-9985-d39c50d83c73" providerId="ADAL" clId="{1D7FF059-C713-4BC0-AC98-694AB6D31A7B}" dt="2024-01-09T04:28:47.916" v="5565" actId="113"/>
          <ac:spMkLst>
            <pc:docMk/>
            <pc:sldMk cId="1078740600" sldId="282"/>
            <ac:spMk id="8" creationId="{1CBDA595-EBC7-E23B-8DDC-35D8CFA42148}"/>
          </ac:spMkLst>
        </pc:spChg>
      </pc:sldChg>
      <pc:sldChg chg="addSp delSp modSp add mod">
        <pc:chgData name="Toby Donaldson" userId="2e6e5431-bb17-4c41-9985-d39c50d83c73" providerId="ADAL" clId="{1D7FF059-C713-4BC0-AC98-694AB6D31A7B}" dt="2024-01-09T04:14:49.674" v="5366" actId="21"/>
        <pc:sldMkLst>
          <pc:docMk/>
          <pc:sldMk cId="363071454" sldId="283"/>
        </pc:sldMkLst>
        <pc:spChg chg="del mod">
          <ac:chgData name="Toby Donaldson" userId="2e6e5431-bb17-4c41-9985-d39c50d83c73" providerId="ADAL" clId="{1D7FF059-C713-4BC0-AC98-694AB6D31A7B}" dt="2024-01-09T04:14:49.674" v="5366" actId="21"/>
          <ac:spMkLst>
            <pc:docMk/>
            <pc:sldMk cId="363071454" sldId="283"/>
            <ac:spMk id="3" creationId="{A307ED06-1246-5A80-BAD4-9B00A997C972}"/>
          </ac:spMkLst>
        </pc:spChg>
        <pc:spChg chg="mod">
          <ac:chgData name="Toby Donaldson" userId="2e6e5431-bb17-4c41-9985-d39c50d83c73" providerId="ADAL" clId="{1D7FF059-C713-4BC0-AC98-694AB6D31A7B}" dt="2024-01-09T04:14:06.449" v="5335" actId="12788"/>
          <ac:spMkLst>
            <pc:docMk/>
            <pc:sldMk cId="363071454" sldId="283"/>
            <ac:spMk id="4" creationId="{D009FD34-8B38-1FE3-0E10-D8A6716CEC71}"/>
          </ac:spMkLst>
        </pc:spChg>
        <pc:spChg chg="add mod">
          <ac:chgData name="Toby Donaldson" userId="2e6e5431-bb17-4c41-9985-d39c50d83c73" providerId="ADAL" clId="{1D7FF059-C713-4BC0-AC98-694AB6D31A7B}" dt="2024-01-09T04:13:30.330" v="5330" actId="113"/>
          <ac:spMkLst>
            <pc:docMk/>
            <pc:sldMk cId="363071454" sldId="283"/>
            <ac:spMk id="5" creationId="{3A1B4F73-3689-5ADF-AE17-FCDD0C6B6513}"/>
          </ac:spMkLst>
        </pc:spChg>
        <pc:spChg chg="add del mod">
          <ac:chgData name="Toby Donaldson" userId="2e6e5431-bb17-4c41-9985-d39c50d83c73" providerId="ADAL" clId="{1D7FF059-C713-4BC0-AC98-694AB6D31A7B}" dt="2024-01-09T04:14:49.674" v="5366" actId="21"/>
          <ac:spMkLst>
            <pc:docMk/>
            <pc:sldMk cId="363071454" sldId="283"/>
            <ac:spMk id="6" creationId="{FB5B43BC-E378-560F-88D9-69AB76B86365}"/>
          </ac:spMkLst>
        </pc:spChg>
        <pc:spChg chg="del mod">
          <ac:chgData name="Toby Donaldson" userId="2e6e5431-bb17-4c41-9985-d39c50d83c73" providerId="ADAL" clId="{1D7FF059-C713-4BC0-AC98-694AB6D31A7B}" dt="2024-01-09T04:14:49.674" v="5366" actId="21"/>
          <ac:spMkLst>
            <pc:docMk/>
            <pc:sldMk cId="363071454" sldId="283"/>
            <ac:spMk id="7" creationId="{7DFC4003-7388-3EED-D126-02544346128E}"/>
          </ac:spMkLst>
        </pc:spChg>
      </pc:sldChg>
      <pc:sldChg chg="add">
        <pc:chgData name="Toby Donaldson" userId="2e6e5431-bb17-4c41-9985-d39c50d83c73" providerId="ADAL" clId="{1D7FF059-C713-4BC0-AC98-694AB6D31A7B}" dt="2024-01-09T04:14:43.973" v="5365" actId="2890"/>
        <pc:sldMkLst>
          <pc:docMk/>
          <pc:sldMk cId="2650007489" sldId="284"/>
        </pc:sldMkLst>
      </pc:sldChg>
      <pc:sldMasterChg chg="modSldLayout">
        <pc:chgData name="Toby Donaldson" userId="2e6e5431-bb17-4c41-9985-d39c50d83c73" providerId="ADAL" clId="{1D7FF059-C713-4BC0-AC98-694AB6D31A7B}" dt="2024-01-09T04:27:17.355" v="5415" actId="20577"/>
        <pc:sldMasterMkLst>
          <pc:docMk/>
          <pc:sldMasterMk cId="1842361740" sldId="2147483648"/>
        </pc:sldMasterMkLst>
        <pc:sldLayoutChg chg="modSp mod">
          <pc:chgData name="Toby Donaldson" userId="2e6e5431-bb17-4c41-9985-d39c50d83c73" providerId="ADAL" clId="{1D7FF059-C713-4BC0-AC98-694AB6D31A7B}" dt="2024-01-09T04:27:17.355" v="5415" actId="20577"/>
          <pc:sldLayoutMkLst>
            <pc:docMk/>
            <pc:sldMasterMk cId="1842361740" sldId="2147483648"/>
            <pc:sldLayoutMk cId="2288869035" sldId="2147483650"/>
          </pc:sldLayoutMkLst>
          <pc:spChg chg="mod">
            <ac:chgData name="Toby Donaldson" userId="2e6e5431-bb17-4c41-9985-d39c50d83c73" providerId="ADAL" clId="{1D7FF059-C713-4BC0-AC98-694AB6D31A7B}" dt="2024-01-09T04:27:17.355" v="5415" actId="20577"/>
            <ac:spMkLst>
              <pc:docMk/>
              <pc:sldMasterMk cId="1842361740" sldId="2147483648"/>
              <pc:sldLayoutMk cId="2288869035" sldId="2147483650"/>
              <ac:spMk id="6" creationId="{5BD74A6E-CD65-E42A-E93D-B4BCE0F48D07}"/>
            </ac:spMkLst>
          </pc:spChg>
        </pc:sldLayoutChg>
      </pc:sldMasterChg>
    </pc:docChg>
  </pc:docChgLst>
  <pc:docChgLst>
    <pc:chgData name="Toby Donaldson" userId="2e6e5431-bb17-4c41-9985-d39c50d83c73" providerId="ADAL" clId="{3520225A-7FAC-4461-9FDF-E7DA7C7B989D}"/>
    <pc:docChg chg="undo redo custSel addSld modSld">
      <pc:chgData name="Toby Donaldson" userId="2e6e5431-bb17-4c41-9985-d39c50d83c73" providerId="ADAL" clId="{3520225A-7FAC-4461-9FDF-E7DA7C7B989D}" dt="2024-01-08T21:21:00.321" v="1034"/>
      <pc:docMkLst>
        <pc:docMk/>
      </pc:docMkLst>
      <pc:sldChg chg="modSp mod">
        <pc:chgData name="Toby Donaldson" userId="2e6e5431-bb17-4c41-9985-d39c50d83c73" providerId="ADAL" clId="{3520225A-7FAC-4461-9FDF-E7DA7C7B989D}" dt="2024-01-08T19:15:48.888" v="10" actId="20577"/>
        <pc:sldMkLst>
          <pc:docMk/>
          <pc:sldMk cId="1541010405" sldId="261"/>
        </pc:sldMkLst>
        <pc:spChg chg="mod">
          <ac:chgData name="Toby Donaldson" userId="2e6e5431-bb17-4c41-9985-d39c50d83c73" providerId="ADAL" clId="{3520225A-7FAC-4461-9FDF-E7DA7C7B989D}" dt="2024-01-08T19:15:48.888" v="10" actId="20577"/>
          <ac:spMkLst>
            <pc:docMk/>
            <pc:sldMk cId="1541010405" sldId="261"/>
            <ac:spMk id="3" creationId="{1FECA53D-FC0F-2C1A-B9F0-8F6C988044AA}"/>
          </ac:spMkLst>
        </pc:spChg>
      </pc:sldChg>
      <pc:sldChg chg="addSp delSp modSp new mod">
        <pc:chgData name="Toby Donaldson" userId="2e6e5431-bb17-4c41-9985-d39c50d83c73" providerId="ADAL" clId="{3520225A-7FAC-4461-9FDF-E7DA7C7B989D}" dt="2024-01-08T21:21:00.321" v="1034"/>
        <pc:sldMkLst>
          <pc:docMk/>
          <pc:sldMk cId="3636921181" sldId="266"/>
        </pc:sldMkLst>
        <pc:spChg chg="del">
          <ac:chgData name="Toby Donaldson" userId="2e6e5431-bb17-4c41-9985-d39c50d83c73" providerId="ADAL" clId="{3520225A-7FAC-4461-9FDF-E7DA7C7B989D}" dt="2024-01-08T19:16:47.527" v="16" actId="21"/>
          <ac:spMkLst>
            <pc:docMk/>
            <pc:sldMk cId="3636921181" sldId="266"/>
            <ac:spMk id="2" creationId="{A3CE1CE7-2100-F9CE-FDBA-A5A7475E90CC}"/>
          </ac:spMkLst>
        </pc:spChg>
        <pc:spChg chg="del">
          <ac:chgData name="Toby Donaldson" userId="2e6e5431-bb17-4c41-9985-d39c50d83c73" providerId="ADAL" clId="{3520225A-7FAC-4461-9FDF-E7DA7C7B989D}" dt="2024-01-08T19:16:45.552" v="15" actId="21"/>
          <ac:spMkLst>
            <pc:docMk/>
            <pc:sldMk cId="3636921181" sldId="266"/>
            <ac:spMk id="3" creationId="{88833EA7-CFC9-9409-7C8E-3373BE0CD7CA}"/>
          </ac:spMkLst>
        </pc:spChg>
        <pc:spChg chg="add del">
          <ac:chgData name="Toby Donaldson" userId="2e6e5431-bb17-4c41-9985-d39c50d83c73" providerId="ADAL" clId="{3520225A-7FAC-4461-9FDF-E7DA7C7B989D}" dt="2024-01-08T19:16:40.565" v="13" actId="22"/>
          <ac:spMkLst>
            <pc:docMk/>
            <pc:sldMk cId="3636921181" sldId="266"/>
            <ac:spMk id="5" creationId="{82667313-8DCE-A9FA-91A0-204DAAA5841C}"/>
          </ac:spMkLst>
        </pc:spChg>
        <pc:spChg chg="add mod">
          <ac:chgData name="Toby Donaldson" userId="2e6e5431-bb17-4c41-9985-d39c50d83c73" providerId="ADAL" clId="{3520225A-7FAC-4461-9FDF-E7DA7C7B989D}" dt="2024-01-08T19:34:01.390" v="33" actId="108"/>
          <ac:spMkLst>
            <pc:docMk/>
            <pc:sldMk cId="3636921181" sldId="266"/>
            <ac:spMk id="7" creationId="{7DFC4003-7388-3EED-D126-02544346128E}"/>
          </ac:spMkLst>
        </pc:spChg>
        <pc:inkChg chg="add">
          <ac:chgData name="Toby Donaldson" userId="2e6e5431-bb17-4c41-9985-d39c50d83c73" providerId="ADAL" clId="{3520225A-7FAC-4461-9FDF-E7DA7C7B989D}" dt="2024-01-08T21:21:00.321" v="1034"/>
          <ac:inkMkLst>
            <pc:docMk/>
            <pc:sldMk cId="3636921181" sldId="266"/>
            <ac:inkMk id="8" creationId="{F56F3015-72FB-5932-60FB-54EF339CA16D}"/>
          </ac:inkMkLst>
        </pc:inkChg>
      </pc:sldChg>
      <pc:sldChg chg="addSp delSp modSp add mod">
        <pc:chgData name="Toby Donaldson" userId="2e6e5431-bb17-4c41-9985-d39c50d83c73" providerId="ADAL" clId="{3520225A-7FAC-4461-9FDF-E7DA7C7B989D}" dt="2024-01-08T21:21:00.321" v="1034"/>
        <pc:sldMkLst>
          <pc:docMk/>
          <pc:sldMk cId="3517402658" sldId="267"/>
        </pc:sldMkLst>
        <pc:spChg chg="add mod">
          <ac:chgData name="Toby Donaldson" userId="2e6e5431-bb17-4c41-9985-d39c50d83c73" providerId="ADAL" clId="{3520225A-7FAC-4461-9FDF-E7DA7C7B989D}" dt="2024-01-08T19:37:00.430" v="126" actId="20577"/>
          <ac:spMkLst>
            <pc:docMk/>
            <pc:sldMk cId="3517402658" sldId="267"/>
            <ac:spMk id="2" creationId="{9DE27F44-F97A-4C08-E56C-AF7030716265}"/>
          </ac:spMkLst>
        </pc:spChg>
        <pc:spChg chg="add mod">
          <ac:chgData name="Toby Donaldson" userId="2e6e5431-bb17-4c41-9985-d39c50d83c73" providerId="ADAL" clId="{3520225A-7FAC-4461-9FDF-E7DA7C7B989D}" dt="2024-01-08T19:42:12.361" v="183" actId="1076"/>
          <ac:spMkLst>
            <pc:docMk/>
            <pc:sldMk cId="3517402658" sldId="267"/>
            <ac:spMk id="3" creationId="{948F21E7-2171-A8DA-B2E0-86457790EC9C}"/>
          </ac:spMkLst>
        </pc:spChg>
        <pc:spChg chg="add del">
          <ac:chgData name="Toby Donaldson" userId="2e6e5431-bb17-4c41-9985-d39c50d83c73" providerId="ADAL" clId="{3520225A-7FAC-4461-9FDF-E7DA7C7B989D}" dt="2024-01-08T19:46:39.126" v="188" actId="22"/>
          <ac:spMkLst>
            <pc:docMk/>
            <pc:sldMk cId="3517402658" sldId="267"/>
            <ac:spMk id="5" creationId="{791E1B3A-9DDD-52F9-CA8D-BCFE27466EBE}"/>
          </ac:spMkLst>
        </pc:spChg>
        <pc:spChg chg="mod">
          <ac:chgData name="Toby Donaldson" userId="2e6e5431-bb17-4c41-9985-d39c50d83c73" providerId="ADAL" clId="{3520225A-7FAC-4461-9FDF-E7DA7C7B989D}" dt="2024-01-08T19:47:18.937" v="224" actId="1076"/>
          <ac:spMkLst>
            <pc:docMk/>
            <pc:sldMk cId="3517402658" sldId="267"/>
            <ac:spMk id="7" creationId="{7DFC4003-7388-3EED-D126-02544346128E}"/>
          </ac:spMkLst>
        </pc:spChg>
        <pc:spChg chg="add del mod">
          <ac:chgData name="Toby Donaldson" userId="2e6e5431-bb17-4c41-9985-d39c50d83c73" providerId="ADAL" clId="{3520225A-7FAC-4461-9FDF-E7DA7C7B989D}" dt="2024-01-08T19:47:05.250" v="222" actId="21"/>
          <ac:spMkLst>
            <pc:docMk/>
            <pc:sldMk cId="3517402658" sldId="267"/>
            <ac:spMk id="8" creationId="{C72E2202-A3E5-BA68-AF9E-6598A73E68AD}"/>
          </ac:spMkLst>
        </pc:spChg>
        <pc:inkChg chg="add">
          <ac:chgData name="Toby Donaldson" userId="2e6e5431-bb17-4c41-9985-d39c50d83c73" providerId="ADAL" clId="{3520225A-7FAC-4461-9FDF-E7DA7C7B989D}" dt="2024-01-08T21:21:00.321" v="1034"/>
          <ac:inkMkLst>
            <pc:docMk/>
            <pc:sldMk cId="3517402658" sldId="267"/>
            <ac:inkMk id="9" creationId="{4AD46066-A55D-19E5-04A5-D626A0820F89}"/>
          </ac:inkMkLst>
        </pc:inkChg>
      </pc:sldChg>
      <pc:sldChg chg="addSp modSp add mod">
        <pc:chgData name="Toby Donaldson" userId="2e6e5431-bb17-4c41-9985-d39c50d83c73" providerId="ADAL" clId="{3520225A-7FAC-4461-9FDF-E7DA7C7B989D}" dt="2024-01-08T21:21:00.321" v="1034"/>
        <pc:sldMkLst>
          <pc:docMk/>
          <pc:sldMk cId="3375718809" sldId="268"/>
        </pc:sldMkLst>
        <pc:spChg chg="mod">
          <ac:chgData name="Toby Donaldson" userId="2e6e5431-bb17-4c41-9985-d39c50d83c73" providerId="ADAL" clId="{3520225A-7FAC-4461-9FDF-E7DA7C7B989D}" dt="2024-01-08T19:37:11.162" v="146" actId="20577"/>
          <ac:spMkLst>
            <pc:docMk/>
            <pc:sldMk cId="3375718809" sldId="268"/>
            <ac:spMk id="2" creationId="{9DE27F44-F97A-4C08-E56C-AF7030716265}"/>
          </ac:spMkLst>
        </pc:spChg>
        <pc:spChg chg="mod">
          <ac:chgData name="Toby Donaldson" userId="2e6e5431-bb17-4c41-9985-d39c50d83c73" providerId="ADAL" clId="{3520225A-7FAC-4461-9FDF-E7DA7C7B989D}" dt="2024-01-08T19:48:14.224" v="272" actId="20577"/>
          <ac:spMkLst>
            <pc:docMk/>
            <pc:sldMk cId="3375718809" sldId="268"/>
            <ac:spMk id="7" creationId="{7DFC4003-7388-3EED-D126-02544346128E}"/>
          </ac:spMkLst>
        </pc:spChg>
        <pc:inkChg chg="add">
          <ac:chgData name="Toby Donaldson" userId="2e6e5431-bb17-4c41-9985-d39c50d83c73" providerId="ADAL" clId="{3520225A-7FAC-4461-9FDF-E7DA7C7B989D}" dt="2024-01-08T21:21:00.321" v="1034"/>
          <ac:inkMkLst>
            <pc:docMk/>
            <pc:sldMk cId="3375718809" sldId="268"/>
            <ac:inkMk id="3" creationId="{F80642E4-756D-BD90-DDE3-E262B62E1337}"/>
          </ac:inkMkLst>
        </pc:inkChg>
      </pc:sldChg>
      <pc:sldChg chg="addSp modSp add mod">
        <pc:chgData name="Toby Donaldson" userId="2e6e5431-bb17-4c41-9985-d39c50d83c73" providerId="ADAL" clId="{3520225A-7FAC-4461-9FDF-E7DA7C7B989D}" dt="2024-01-08T21:21:00.321" v="1034"/>
        <pc:sldMkLst>
          <pc:docMk/>
          <pc:sldMk cId="2011753331" sldId="269"/>
        </pc:sldMkLst>
        <pc:spChg chg="mod">
          <ac:chgData name="Toby Donaldson" userId="2e6e5431-bb17-4c41-9985-d39c50d83c73" providerId="ADAL" clId="{3520225A-7FAC-4461-9FDF-E7DA7C7B989D}" dt="2024-01-08T19:55:39.091" v="441" actId="20577"/>
          <ac:spMkLst>
            <pc:docMk/>
            <pc:sldMk cId="2011753331" sldId="269"/>
            <ac:spMk id="2" creationId="{9DE27F44-F97A-4C08-E56C-AF7030716265}"/>
          </ac:spMkLst>
        </pc:spChg>
        <pc:spChg chg="mod">
          <ac:chgData name="Toby Donaldson" userId="2e6e5431-bb17-4c41-9985-d39c50d83c73" providerId="ADAL" clId="{3520225A-7FAC-4461-9FDF-E7DA7C7B989D}" dt="2024-01-08T19:55:10.887" v="421" actId="20577"/>
          <ac:spMkLst>
            <pc:docMk/>
            <pc:sldMk cId="2011753331" sldId="269"/>
            <ac:spMk id="7" creationId="{7DFC4003-7388-3EED-D126-02544346128E}"/>
          </ac:spMkLst>
        </pc:spChg>
        <pc:inkChg chg="add">
          <ac:chgData name="Toby Donaldson" userId="2e6e5431-bb17-4c41-9985-d39c50d83c73" providerId="ADAL" clId="{3520225A-7FAC-4461-9FDF-E7DA7C7B989D}" dt="2024-01-08T21:21:00.321" v="1034"/>
          <ac:inkMkLst>
            <pc:docMk/>
            <pc:sldMk cId="2011753331" sldId="269"/>
            <ac:inkMk id="3" creationId="{7636F037-2CAA-E8CC-5826-CF518C6368E1}"/>
          </ac:inkMkLst>
        </pc:inkChg>
      </pc:sldChg>
      <pc:sldChg chg="addSp modSp add mod">
        <pc:chgData name="Toby Donaldson" userId="2e6e5431-bb17-4c41-9985-d39c50d83c73" providerId="ADAL" clId="{3520225A-7FAC-4461-9FDF-E7DA7C7B989D}" dt="2024-01-08T21:21:00.321" v="1034"/>
        <pc:sldMkLst>
          <pc:docMk/>
          <pc:sldMk cId="396683559" sldId="270"/>
        </pc:sldMkLst>
        <pc:spChg chg="mod">
          <ac:chgData name="Toby Donaldson" userId="2e6e5431-bb17-4c41-9985-d39c50d83c73" providerId="ADAL" clId="{3520225A-7FAC-4461-9FDF-E7DA7C7B989D}" dt="2024-01-08T19:59:05.901" v="577" actId="20577"/>
          <ac:spMkLst>
            <pc:docMk/>
            <pc:sldMk cId="396683559" sldId="270"/>
            <ac:spMk id="2" creationId="{9DE27F44-F97A-4C08-E56C-AF7030716265}"/>
          </ac:spMkLst>
        </pc:spChg>
        <pc:spChg chg="add mod">
          <ac:chgData name="Toby Donaldson" userId="2e6e5431-bb17-4c41-9985-d39c50d83c73" providerId="ADAL" clId="{3520225A-7FAC-4461-9FDF-E7DA7C7B989D}" dt="2024-01-08T19:58:51.714" v="554" actId="20577"/>
          <ac:spMkLst>
            <pc:docMk/>
            <pc:sldMk cId="396683559" sldId="270"/>
            <ac:spMk id="3" creationId="{D2700EDD-5E98-F7F1-BBBF-7750125F5386}"/>
          </ac:spMkLst>
        </pc:spChg>
        <pc:spChg chg="mod">
          <ac:chgData name="Toby Donaldson" userId="2e6e5431-bb17-4c41-9985-d39c50d83c73" providerId="ADAL" clId="{3520225A-7FAC-4461-9FDF-E7DA7C7B989D}" dt="2024-01-08T19:59:22.145" v="580" actId="20577"/>
          <ac:spMkLst>
            <pc:docMk/>
            <pc:sldMk cId="396683559" sldId="270"/>
            <ac:spMk id="7" creationId="{7DFC4003-7388-3EED-D126-02544346128E}"/>
          </ac:spMkLst>
        </pc:spChg>
        <pc:inkChg chg="add">
          <ac:chgData name="Toby Donaldson" userId="2e6e5431-bb17-4c41-9985-d39c50d83c73" providerId="ADAL" clId="{3520225A-7FAC-4461-9FDF-E7DA7C7B989D}" dt="2024-01-08T21:21:00.321" v="1034"/>
          <ac:inkMkLst>
            <pc:docMk/>
            <pc:sldMk cId="396683559" sldId="270"/>
            <ac:inkMk id="4" creationId="{D39EACDE-9595-D7A8-F764-2F6878BA6352}"/>
          </ac:inkMkLst>
        </pc:inkChg>
      </pc:sldChg>
      <pc:sldChg chg="delSp modSp add mod">
        <pc:chgData name="Toby Donaldson" userId="2e6e5431-bb17-4c41-9985-d39c50d83c73" providerId="ADAL" clId="{3520225A-7FAC-4461-9FDF-E7DA7C7B989D}" dt="2024-01-08T20:00:30.049" v="599" actId="21"/>
        <pc:sldMkLst>
          <pc:docMk/>
          <pc:sldMk cId="1463498382" sldId="271"/>
        </pc:sldMkLst>
        <pc:spChg chg="del">
          <ac:chgData name="Toby Donaldson" userId="2e6e5431-bb17-4c41-9985-d39c50d83c73" providerId="ADAL" clId="{3520225A-7FAC-4461-9FDF-E7DA7C7B989D}" dt="2024-01-08T20:00:30.049" v="599" actId="21"/>
          <ac:spMkLst>
            <pc:docMk/>
            <pc:sldMk cId="1463498382" sldId="271"/>
            <ac:spMk id="3" creationId="{D2700EDD-5E98-F7F1-BBBF-7750125F5386}"/>
          </ac:spMkLst>
        </pc:spChg>
        <pc:spChg chg="mod">
          <ac:chgData name="Toby Donaldson" userId="2e6e5431-bb17-4c41-9985-d39c50d83c73" providerId="ADAL" clId="{3520225A-7FAC-4461-9FDF-E7DA7C7B989D}" dt="2024-01-08T20:00:24.809" v="598" actId="20577"/>
          <ac:spMkLst>
            <pc:docMk/>
            <pc:sldMk cId="1463498382" sldId="271"/>
            <ac:spMk id="7" creationId="{7DFC4003-7388-3EED-D126-02544346128E}"/>
          </ac:spMkLst>
        </pc:spChg>
      </pc:sldChg>
      <pc:sldChg chg="addSp modSp add mod">
        <pc:chgData name="Toby Donaldson" userId="2e6e5431-bb17-4c41-9985-d39c50d83c73" providerId="ADAL" clId="{3520225A-7FAC-4461-9FDF-E7DA7C7B989D}" dt="2024-01-08T20:04:22.683" v="1033" actId="122"/>
        <pc:sldMkLst>
          <pc:docMk/>
          <pc:sldMk cId="3133643840" sldId="272"/>
        </pc:sldMkLst>
        <pc:spChg chg="mod">
          <ac:chgData name="Toby Donaldson" userId="2e6e5431-bb17-4c41-9985-d39c50d83c73" providerId="ADAL" clId="{3520225A-7FAC-4461-9FDF-E7DA7C7B989D}" dt="2024-01-08T20:02:18.717" v="673" actId="20577"/>
          <ac:spMkLst>
            <pc:docMk/>
            <pc:sldMk cId="3133643840" sldId="272"/>
            <ac:spMk id="2" creationId="{9DE27F44-F97A-4C08-E56C-AF7030716265}"/>
          </ac:spMkLst>
        </pc:spChg>
        <pc:spChg chg="add mod">
          <ac:chgData name="Toby Donaldson" userId="2e6e5431-bb17-4c41-9985-d39c50d83c73" providerId="ADAL" clId="{3520225A-7FAC-4461-9FDF-E7DA7C7B989D}" dt="2024-01-08T20:04:22.683" v="1033" actId="122"/>
          <ac:spMkLst>
            <pc:docMk/>
            <pc:sldMk cId="3133643840" sldId="272"/>
            <ac:spMk id="3" creationId="{DFB14369-568D-AEE6-4EE7-5CE49B6A8A92}"/>
          </ac:spMkLst>
        </pc:spChg>
        <pc:spChg chg="mod">
          <ac:chgData name="Toby Donaldson" userId="2e6e5431-bb17-4c41-9985-d39c50d83c73" providerId="ADAL" clId="{3520225A-7FAC-4461-9FDF-E7DA7C7B989D}" dt="2024-01-08T20:02:33.183" v="674" actId="1076"/>
          <ac:spMkLst>
            <pc:docMk/>
            <pc:sldMk cId="3133643840" sldId="272"/>
            <ac:spMk id="7" creationId="{7DFC4003-7388-3EED-D126-02544346128E}"/>
          </ac:spMkLst>
        </pc:sp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0347" units="cm"/>
          <inkml:channel name="Y" type="integer" max="20231" units="cm"/>
          <inkml:channel name="F" type="integer" max="65535" units="dev"/>
          <inkml:channel name="T" type="integer" max="2.14748E9" units="dev"/>
        </inkml:traceFormat>
        <inkml:channelProperties>
          <inkml:channelProperty channel="X" name="resolution" value="1000.23071" units="1/cm"/>
          <inkml:channelProperty channel="Y" name="resolution" value="1000.04944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4-01-08T21:01:35.741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8474 10667 6447 0,'-4'-4'576'0,"-1"1"-576"15,5 1 0-15,0-2 0 16,0 4 592-16,0-3 16 0,0-2 0 0,0-4 0 0,-3-3-432 15,1-2-176-15,0 5 128 0,0 0-128 0,-3 4 0 0,2 0 0 16,-1-2 0-16,-1 2 0 0,-2 0 384 0,2-2 160 16,0-2 32-16,-1 4 0 0,-1-1 192 0,2 1 64 15,0 2 0-15,-4-1 0 0,0 8-384 0,-3-1-64 16,2-1 0-16,-2 7-16 0,-1-1-512 0,-1 1-112 16,-3 5 0-16,-2-5-16 15,1 3-208-15,-6-3-32 0,5-1-16 0,-4 1 0 0,6 0 320 0,-4-1 64 16,2 3 16-16,1-2 0 0,1-1 128 0,-1 1 0 0,1 5 0 15,0-2 0-15,3 2 0 0,-4-2 0 0,4 2 0 16,2 4 128-16,3-1 32 0,-3 4 16 16,2-2 0-16,1 4 0 0,0 3 192 0,2-3 32 0,2 3 16 0,0-2 0 15,0 0-192-15,-4 3-32 16,5-1-16-16,-4 3 0 0,-1-1-176 0,0-2-224 16,-1 6 48-16,-2-6 16 0,-1 3-48 0,0-3-16 0,-1 2 0 0,-2-5 0 15,-2 3 496-15,3 0 112 0,1-3 0 0,-2 1 16 16,4-5 592-16,2 4 112 0,1-6 32 0,4 1 0 15,1-1-144-15,1 1-32 0,3-1 0 0,0-3 0 0,3 0-640 0,1-2-128 16,1 2-16-16,-2 2-16 16,-1-2-160-16,2 0 0 0,-1 3 0 0,2 1 0 0,-3-1 0 0,0 0 0 15,-1 3 0-15,-1-3 0 0,4-1 192 0,-4-1 48 16,0 3 16-16,0-1 0 0,2 1 208 0,-2-1 48 16,1 6 16-16,1-6 0 0,-2 4-256 0,4-2-48 15,-3 2-16-15,1-4 0 0,3 3-16 0,-3-3 0 16,2-1 0-16,1-2 0 0,2 3-192 15,1-3 128-15,-2-2-128 0,2 2 0 0,5-2 192 0,-3-1-64 16,4 1-128-16,2-2 192 0,-2 3 128 0,0-1 0 0,3-2 16 0,0 8 0 16,1-1-128-16,1-3-16 0,-2 3-16 0,1 4 0 15,3 2 16-15,-2-2 0 0,2 1 0 16,2 1 0-16,-1 0-48 0,-1-2 0 16,-21-21 0-16,49 45 0 0,-49-45-144 0,52 40 0 0,-52-40 0 0,0 0 0 15,75 56 0-15,-75-56 0 0,0 0 0 0,72 48 0 16,-72-48 0-16,0 0 128 0,69 41-128 0,-69-41 192 15,0 0 192-15,70 38 64 0,-70-38 0 16,0 0 0-16,0 0-64 0,99 31 0 0,-99-31 0 0,0 0 0 16,96 19-48-16,-96-19-16 0,0 0 0 0,106 13 0 15,-106-13-80-15,0 0-32 0,124 5 0 0,-124-5 0 16,0 0-208-16,124-2 0 0,-124 2 128 0,0 0-128 0,110-16 0 16,-110 16 0-16,0 0 0 0,111-22 0 0,-111 22 0 15,0 0 0-15,113-32 0 0,-113 32 0 0,81-34 0 0,-81 34 176 16,82-44-176-16,-82 44 160 0,81-57-160 0,-42 25 0 15,-4 4 144-15,-4-7-144 16,-1 1 144-16,-3-6-144 0,0 1 192 0,-1-1-192 16,-4 0 160-16,-1-3-160 0,2-6 128 0,0 0-128 15,-6-3 0-15,0 0 0 0,-3-2 0 0,-1-4 0 0,-8 1 0 0,-2-4 0 0,-3-2 0 0,-3-3 0 16,-1 0 0-16,-1-4 0 0,-5 4 0 16,-3-4 0-16,0 4-144 0,-3 0 144 15,-2 6 0-15,-1 8 0 0,2 7-192 0,-1 3 192 0,1 6-192 0,0-3 192 16,3 8 0-16,0-4 0 15,1 2 0-15,0 0 0 0,0 2 320 0,3-4 32 0,-2 3 0 0,-6 6 0 16,1 0-160-16,-6 3-48 16,-3 9 0-16,-9 1 0 0,-5 0-144 0,-9 5 0 0,-6 4 0 0,-1 4 0 15,4 0 0-15,-9 4 0 0,-2 1 0 0,2-2 0 16,0 3 0-16,0-3 0 0,2 2 0 0,-11-6 128 16,-2-3-128-16,-1 1 128 0,0-3-128 15,-2 3 128-15,5 3-480 0,1-5-96 0,2 1-32 0,8-6 0 16,3-2-1680-16,4-2-336 0</inkml:trace>
  <inkml:trace contextRef="#ctx0" brushRef="#br0" timeOffset="8722.54">2396 970 4607 0,'-14'-12'400'0,"5"0"-400"0,0 7 0 0,6 1 0 0,1 3 592 0,-5-3 48 16,-3-6 0-16,-13-6 0 0,-3-3 656 0,0 1 144 31,3 6 32-31,-1 2 0 0,6 3-400 0,3 1-80 0,2 6-16 0,-4 0 0 0,6 6-464 0,-1 2-80 0,4-1-32 0,-6 4 0 16,1-2-560-16,1-1-112 0,2 4-32 0,-4-1 0 31,2-2 304-31,-1-1-192 0,0 6 192 0,0-5-160 0,3 3 160 0,-2 6 0 16,-1-1 0-16,0 0 0 15,2 1 0-15,-6 1 0 0,1 4 0 0,-1-2-128 16,1 1-80-16,-2 1-16 0,-2 3 0 0,0 4 0 16,3 1-32-16,-6 4-16 0,4 1 0 0,0 6 0 15,5-2-320-15,-3 2-64 0,-1 8-16 16,4-1 0-16,2 0-112 0,3-4-32 0,4-1 0 15,0-4 0-15,1-5 560 0,4 1 96 0,0-1 32 0,0 0 0 16,2-4 128-16,-2 4 0 0,0 9 0 0,-2-4 0 0,2 3 224 16,-5 1 32-16,3-4 0 0,1-3 0 15,1-3 496-15,0 1 96 0,0-3 32 0,1-3 0 0,3-1-32 0,-1-2 0 16,6 0 0-16,0 0 0 0,-1 1-336 0,1-5-64 16,0 1 0-16,0 3-16 0,-2-3-48 0,1-1-16 15,4 4 0-15,-3 4 0 0,3-2-112 0,-3 1 0 16,5-1-16-16,-2 2 0 0,4-1 0 0,1-1 0 15,4 2 0-15,2 1 0 0,3 1-240 0,-26-32 176 16,58 66-176-16,-58-66 160 0,62 75-160 0,-62-75 0 0,67 71 0 0,-67-71 0 16,64 73 0-16,-64-73 0 0,54 67 0 0,-28-36 0 15,-26-31 0-15,54 59 0 0,-54-59 0 16,56 61 0-16,-56-61 0 0,52 61 0 0,-52-61 0 0,58 57 0 16,-58-57 144-16,62 54 48 15,-62-54 16-15,67 58 0 0,-67-58-32 0,78 52-16 0,-78-52 0 0,80 52 0 16,-80-52-160-16,84 49 128 0,-84-49-128 15,0 0 128-15,101 63-128 0,-101-63 0 0,0 0 0 0,101 57 0 16,-101-57 0-16,0 0 0 0,112 61 0 0,-112-61 0 0,0 0 0 0,115 58 0 16,-115-58 0-16,88 40 0 15,-88-40 0-15,98 38 0 0,-98-38 0 0,99 32 0 16,-99-32-160-16,0 0 160 0,142 29 0 0,-142-29-144 16,97 9 144-16,-97-9 0 0,113-4-144 0,-113 4 144 0,133-3-144 0,-133 3 144 15,143-5-192-15,-143 5 192 16,130 3-688-16,-130-3-16 15,115 14-16-15,-115-14 0 0,107 23 192 0,-107-23 32 0,108 31 16 0,-108-31 0 16,122 44 352-16,-122-44 128 0,132 48 0 0,-132-48-144 0,124 49 144 0,-124-49 0 16,127 40 0-16,-127-40 128 0,127 30-128 0,-127-30 0 15,157 26 0-15,-157-26-128 0,171 19-64 0,-171-19-16 16,155 7 0-16,-155-7 0 16,145 2-176-16,-145-2-16 0,155 0-16 0,-155 0 0 0,176 0 208 0,-176 0 32 0,167-9 16 0,-167 9 0 15,152-10 160-15,-152 10 176 0,162-9-48 0,-70 5 0 16,2 4 192-16,-3-3 48 0,-91 3 0 0,165-14 0 15,-165 14-64-15,162-14-16 0,-75 5 0 16,11 1 0-16,8-1-16 0,-5-5 0 0,-3-3 0 16,-6-1 0-16,1-3 0 0,8 2 0 15,7-3 0-15,0 1 0 0,-5 7-144 0,-6-4-128 16,-4 6 144-16,-3-2-144 0,4 2 0 0,0-2 0 0,8 5 0 0,-10-1 0 0,-5 3 0 0,-87 7 0 16,164-9 0-16,-164 9 0 15,164-9 0-15,-76 4 0 0,5 5 0 0,-93 0 144 16,171 0 32-16,-171 0 0 0,158 0 0 0,-158 0 0 15,173 0 16-15,-84-3 16 0,6 3 0 0,-6-2 0 16,-89 2-208-16,161-3 176 0,-161 3-176 0,158 0 160 16,-158 0-160-16,162-4 0 0,-162 4 0 0,162-2 128 0,-162 2 32 15,147 2 0-15,-147-2 0 0,141 0 0 0,-141 0-160 16,146-9 0-16,-146 9 144 0,167-10-144 16,-167 10 160-16,159-17-32 0,-159 17-128 0,145-14 192 0,-145 14-192 0,139-18 144 15,-139 18-144-15,140-16 128 0,-140 16-128 0,146-13 0 16,-146 13 0-16,136-14 0 15,-136 14 192-15,124-6-32 0,-124 6-16 0,137-7 0 0,-137 7 16 0,145-1 0 16,-145 1 0-16,158 1 0 0,-158-1-160 0,138 4 0 16,-138-4-160-16,119 5 160 15,-119-5 0-15,109 7 0 0,-109-7 0 0,110 2 0 16,-110-2 0-16,115 3 0 0,-115-3 0 0,106-3 0 0,-106 3 128 0,98 0 80 16,-98 0 16-16,92-5 0 0,-92 5 144 0,93 0 16 15,-93 0 16-15,101 5 0 0,-101-5-400 0,106 9 0 16,-106-9 0-16,108 13 0 0,-108-13 0 0,117 18 0 15,-117-18 0-15,92 17 0 0,-92-17 0 0,0 0 0 16,124 25 0-16,-124-25 0 0,0 0 0 0,118 19 0 16,-118-19 0-16,0 0 0 0,117 9 0 0,-117-9 0 15,0 0 0-15,119-9 0 0,-119 9 160 0,0 0-160 16,110-18 192-16,-110 18-192 0,0 0 240 0,94-31-64 16,-61 14-16-16,-2-1 0 0,0-1-160 0,-3-2 0 0,-2 4 0 15,-1-2 0-15,-2-2-160 0,-6 3 160 0,-3-3-208 0,-2 2 80 16,-3 2 128-16,1-4 0 0,-1-3 128 0,0-6-128 15,1 0 640-15,6-10 48 0,1 0 16 0,1-5 0 16,1-4 32-16,3-7 16 0,3 2 0 0,-2 2 0 16,-3 0-544-16,3 3-208 0,-5 0 176 0,-3 4-176 15,-3 2 0-15,-5 2 0 0,-1 3 0 0,-6 7 0 16,-6-1 0-16,-2 3 0 0,-5 1 0 0,0-2 0 16,-3 3 0-16,-3-3 0 0,-6 4 128 0,1 1-128 0,-2 1 128 15,0-2 0-15,-4 1-128 0,2-1 192 16,2 0 112-16,3-3 16 0,1-3 0 0,4 1 0 0,1-4-320 0,5-5 0 15,3-4 0-15,5-1 0 16,3-4 0-16,2-6 0 0,3 1 0 0,1-4 0 0,-1 1 0 0,-1 1 0 16,-1 4 0-16,-4 6-144 0,-3 3 144 0,-6 8-208 15,1 7 80-15,-11 2 128 0,2 5-192 0,-7 2 192 16,-6 5-192-16,-8 2 192 0,2 0 0 0,-7 3 240 16,-4 4-16-16,-7-4 0 0,-1 4 240 0,-1-4 48 15,1-3 16-15,1 2 0 0,9-3-96 0,3 1-32 16,-3-4 0-16,4-1 0 0,3 0-272 0,-1-1-128 0,1-3 128 0,-3 2-128 15,-3-5-240-15,-11 1-128 0,-4 0-16 16,-2 3-16-16,2 0 64 0,-3 3 16 0,5 0 0 0,-4-1 0 16,2 4 320-16,3-7 192 0,3 2-32 0,1-2 0 15,0 4 272-15,-4 3 48 0,-1-3 16 0,1 4 0 16,4-1-144-16,-2-3-32 0,2 7 0 0,0-6 0 16,-1 5-320-16,-3-1 144 0,-1 3-144 0,-2-1 0 15,-2-2 0-15,-5 3 0 16,-5-3 0-16,0 1 0 0,5-1 176 0,2 4-176 0,-1 2 160 0,-1 1-160 15,2-2 0-15,-5 2 128 0,1 1-128 0,-7-4 0 0,-3-1 0 0,4 0 0 16,8 1 0-16,5-6 0 16,4 5 0-16,3-8 0 0,4 3 0 0,3-4 0 0,-2 1 0 0,1-1 0 15,-6-4 0-15,-2 3 0 0,-1-2 0 0,-2 0 0 16,4 2 0-16,-1 1 0 0,1 1 0 16,-1 3 0-16,-1-2 0 0,0 6 0 0,-4-2 0 0,-3 6 0 15,-4 1 0-15,0-2 0 0,4 7-240 0,-5-5-32 16,1 1-16-16,-1 4 0 15,1-5-288-15,-2 5-48 0,6-3-16 0,-9-3 0 16,0 3 64-16,0-2 16 0,2 1 0 0,7-3 0 16,7 0 560-16,-4-1 0 0,6-1 0 0,1 0 0 0,-2 1 0 0,-4 2 0 15,-8 3 0-15,-2-2 0 0,3 5-128 0,-1 0-32 0,7 3 0 0,-3-1 0 32,-4 5 160-32,2-2-160 0,0 0 160 0,-5 4-160 0,-5 0 160 0,-1 3 0 0,3-2 0 0,2 2 0 15,8-3 880-15,4-4 208 0,-1-1 32 0,2 1 16 16,3-1-1584-16,-3-1-304 0,-1-1-64 0,-5-2-16 15,5 3 704-15,1-3 128 16,3-3 0-16,1 1 0 0,4-1 0 0,-2-3 0 0,1-1 0 16,0 2 0-16,1-4 0 0,-4 1 0 0,-8 3 0 0,3-4 0 15,1 4 0-15,-2-2 0 0,5-2 0 0,-4 0 0 0,1 4 0 0,3 0 0 16,-3-2 128-16,0 2-128 0,2 1 160 0,-7 2-16 16,-6 2 0-16,8-3 0 0,-2 3-144 0,5 0 192 31,3-4-192-31,4 3 192 0,0-3-192 0,2 2 0 0,-1-1 0 15,1-1 0-15,0-1 0 0,-6 0 0 0,-4-2 0 0,1 5 0 0,7-5 0 0,-7 2 0 16,3 2 0-16,1-6 0 0,-1 4 0 0,1-4 0 16,-1 4 0-16,-3-4 0 0,-2 6 0 15,-3-3 0-15,-7 1 0 0,0 2 128 0,3-1-128 16,0 4 0-16,2-2 0 0,2 2 128 0,2 0-128 0,-2-3 192 0,-2 3-192 16,-6 0 192-16,3 0-192 0,-2-4 128 15,7 4-128-15,1-5 128 16,1 5-128-16,1-3 0 0,0-3 0 0,2 6 0 15,-5-3 0-15,-4 1 0 0,-1-1 0 0,1-6 0 16,7 4 0-16,2 1 0 0,-1-4 0 0,2 2 0 16,1 1 0-16,3-2 0 0,-1-1 0 0,-1-1 0 15,-1-2 0-15,-2 3 0 0,-2-1 0 0,6 4 0 0,5-2 0 16,-4 5 0-16,2-1 0 0,0 6 0 0,1-1 0 0,1 6 0 16,-2 1 0-16,-7 3 0 15,-3 2-496-15,-8 9-16 0,1 1-16 0,-4 13-9312 16,-4 8-1856-16</inkml:trace>
  <inkml:trace contextRef="#ctx0" brushRef="#br0" timeOffset="18326.21">16200 4546 7359 0,'-1'2'656'0,"1"-2"-528"0,1 0-128 0,3 0 0 0,-4 0 256 0,3 0 32 16,3-2 0-16,-1-1 0 0,4 3-416 0,3-4-96 15,-4-1-16-15,1 1 0 16,-2-1-288-16,0 2-64 0,-5 1-16 0,0-1 0 0,-1-1 608 0,-1 4 192 15,-1-2 0-15,-1 2 0 0,0 0 656 0,-3 0 144 16,-2 6 32-16,2-1 0 0,-4 2 48 0,-3 3 16 16,1 2 0-16,-3 2 0 0,2 4-240 0,-5-1-32 0,3 1-16 0,0 1 0 15,2 2-416-15,0-1-96 16,1 3-16-16,-1 0 0 0,-2 3-272 0,-2-3 0 16,1 6 0-16,-1-1 0 0,2 3-256 0,-5-1-96 15,0 5-32-15,-4 1 0 0,4 3 224 0,-4-6 160 16,2 5-208-16,0-7 80 0,2 1 128 0,2-6 0 0,3-3 0 0,-2-3 0 15,6 3 0-15,-4-5 128 0,5-1-128 0,-1-3 128 16,3 2-128-16,-2-6 0 0,2 4 0 0,2-5 0 16,-1-1 0-16,1 1 0 0,3-2 0 0,1-2 0 15,1 4 0-15,0 0 0 0,1-4 0 0,3 4 0 0,5-4 320 0,-6 2 64 16,6-2 0-16,1 0 0 0,4-1-128 0,2-1-32 16,1-1 0-16,1-2 0 15,-1 0-224-15,2 0 144 0,2 0-144 0,-2 0 128 0,2 0-128 16,-3 0 0-16,4 3 0 0,-2-3 128 0,-20 0 160 0,0 0 32 15,0 0 0-15,94 6 0 0,-94-6 208 0,0 0 48 16,0 0 16-16,111-2 0 0,-111 2-176 0,0 0-32 16,96-9-16-16,-96 9 0 0,0 0-368 0,112-15 0 15,-112 15 0-15,0 0 0 16,106-9-448-16,-106 9-128 0,0 0 0 0,0 0-16 16,92 3-592-16,-78 1-112 0</inkml:trace>
  <inkml:trace contextRef="#ctx0" brushRef="#br0" timeOffset="18730.25">15991 5204 8287 0,'-3'0'368'0,"3"0"80"0,0 0-448 0,0 0 0 0,3 0 0 0,3-3 0 16,-1 3 496-16,7-2 16 0,2-1 0 0,9-6 0 31,-23 9-768-31,0 0-160 0,80-26-32 0,-54 17 0 0,-2 1-608 0,2-6-128 0,-26 14-32 0,58-23 0 0,-58 23 1648 0,71-26 320 16,-71 26 64-16,84-35 16 0,-84 35 1312 0,101-44 272 0,-52 17 48 15,3-3 16-15,2 4-496 0,-2-2-80 0,1 2-32 0,6-4 0 16,7-3-896 0,7-5-176-16,9-2-32 0,2-4-16 15,3 1-560-15,-3-3-192 0,-1-6 0 0,-3-2 144 0,8-2-384 16,2-1-80-16,10-1 0 0,-1-1-16 0,2-2-752 0,-5 6-160 16,-7 6-32-1,-2 0 0-15,2 4-128 0,8-2-48 0,17 7 0 0,-12 5-3552 16,-1-2-720-16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ax="30347" units="cm"/>
          <inkml:channel name="Y" type="integer" max="20231" units="cm"/>
          <inkml:channel name="F" type="integer" max="65535" units="dev"/>
          <inkml:channel name="T" type="integer" max="2.14748E9" units="dev"/>
        </inkml:traceFormat>
        <inkml:channelProperties>
          <inkml:channelProperty channel="X" name="resolution" value="1000.23071" units="1/cm"/>
          <inkml:channelProperty channel="Y" name="resolution" value="1000.04944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4-01-08T21:03:34.611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12980 3931 4991 0,'0'0'0'16,"0"0"0"-1,0 0 0-15,0 0 0 0,0 0 0 0,0 0 0 16,38-36 0-16,-38 36 0 0,0 0 0 0,41-35 0 16,-38 21 0-16,-6 5 0 0</inkml:trace>
  <inkml:trace contextRef="#ctx0" brushRef="#br0" timeOffset="613">12937 4088 6447 0,'0'2'576'0,"0"-2"-576"16,0 0 0-16,0 0 0 15,0 0 640-15,0 0 32 0,0 3 0 0,0-3 0 0,1 0-368 0,5 0-80 0,-3-3-16 0,-3 3 0 16,0 0-208-16,24-32 0 0,-15 15 0 0,0 0 0 16,0-1 0-16,-4 1 0 15,2 3-128-15,-5-4 128 16,-1 4 320-16,-1 2 128 0,0 2 32 0,-1 1 0 0,1 0 640 0,-2 1 128 0,2 2 32 0,0 0 0 0,0 6-224 0,0-2-32 15,0-2-16-15,0 4 0 0,2 4-768 16,-1-2-240-16,1 1 128 0,1 0-128 31,3 3-336-31,-1-1-128 0,-5-5-32 0,0 0 0 0,0 0 272 0,0 0 48 0,40 40 16 0,-40-40 0 0,0 0-96 16,19 38-32-16,-14-19 0 0,1 2 0 0,-3 2 288 0,1 3-160 16,-3 5 160-16,3 1-128 15,-2 6 256-15,1 2 64 16,1 0 16-16,-4 4 0 0,1 8 352 0,3-7 64 0,1 4 16 0,0-2 0 0,2-2-16 0,-2 4 0 31,2-2 0-31,0 2 0 0,2 0-624 0,0 0 0 16,0 3 0-16,-3-7 0 0,0 4 0 0,2-6 0 0,-4 6-128 15,1-5 128-15,-1-4 0 0,-3-2-128 0,3-1 128 0,-4 3 0 16,0-2 0-16,0-3 0 0,2-4 0 0,-1 4 0 16,5-4 0-16,-5-3 0 0,3-2 0 0,-1-5 0 31,2-7-288-31,-1 4-128 0,-2-1-32 0,1-3-8384 0</inkml:trace>
  <inkml:trace contextRef="#ctx0" brushRef="#br0" timeOffset="1555.34">13102 3696 7359 0,'-9'5'656'0,"1"-1"-528"16,4-1-128-16,2-1 0 0,4-2 912 0,2 0 160 0,1 0 16 0,-5 0 16 16,0 0-624-16,0 0-128 0,0 0-32 0,84-2 0 15,-84 2-320-15,0 0 0 0,0 0-192 0,83-7 64 0,-83 7 128 0,0 0 176 16,0 0-48-16,0 0 0 16,93 0 544-16,-93 0 96 0,0 0 32 0,0 0 0 0,0 0-128 0,95 13-32 15,-95-13 0-15,0 0 0 16,0 0 80-16,103 5 16 0,-103-5 0 0,0 0 0 0,98 3-160 0,-98-3-48 15,87-3 0-15,-87 3 0 0,89-5-304 0,-89 5-64 16,85-13-16-16,-85 13 0 16,82-14-144-16,-82 14 0 0,75-8 0 0,-75 8 0 15,0 0-192-15,103-4 192 0,-103 4-160 0,0 0 160 0,90 9 0 0,-90-9 0 16,0 0-128-16,95 3 128 0,-95-3 272 16,0 0 112-16,109-3 0 0,-109 3 16 0,75-14 80 0,-75 14 16 15,68-21 0-15,-68 21 0 0,66-23-496 0,-66 23 0 16,65-26 0-16,-65 26 0 0,61-26 0 0,-61 26-128 0,0 0 128 0,73-28-160 15,-73 28 160-15,0 0-192 0,0 0 192 0,0 0-192 16,77-12 192-16,-70 16 0 0,0 1 0 0,-4 4 0 16,-1-1 0-16,-2 4 0 15,0 6 0-15,-2 1 0 0,0 2 272 0,1 5-16 16,1 2 0-16,0 2 0 0,3 1-256 0,4 4 160 16,0 1-160-16,7-1 128 0,-2 5 0 0,-3-5 0 15,0 5 0-15,1 0 0 0,2 12-128 0,-3 1 0 0,-4 4 144 0,1 4-144 16,0 2 128-16,-6 0-128 15,2-3 160-15,2-2-160 0,-4-2 592 0,-6-2 32 16,6-2 0-16,-3 2 0 0,0-2-64 0,1 2-16 0,-2-2 0 0,-1 2 0 16,-2-1-544-16,2-5 0 0,0-4 0 15,-1-4 0-15,3-5 0 0,-2 0 0 0,1-4 0 0,-1 0 0 0,2-4 0 0,3-1 0 16,-4-4 0-16,2-1 0 16,2 2 0-16,-3-2 0 0,3 1 0 0,-5 1 0 15,1 0 0-15,-1-2 0 0,0 1 0 0,-2-4 0 16,1-1 0-16,-6 0 0 0,4 1 0 0,-3-4 0 0,2 0 0 0,1-6 0 15,-1 1 0-15,0-5 0 16,2 1 0-16,-1 0 0 0,-1-1 0 0,0-1-144 0,-1-1 144 16,-4 1 0-16,2-3 0 0,-2 4 0 0,0-2 0 0,-2-2-128 15,2 0 128-15,-7 0 0 0,4 0 0 0,-3-2 0 16,1-2 0-16,-2 4 0 16,1-3 0-16,-3-2 128 0,0 5-128 0,-3-4 128 0,-2 2-128 0,-1 2 0 15,-8 0 128-15,-1 2-128 0,-8-2 256 16,-1 4-32-16,-2 4 0 0,-3-2 0 0,3 2-80 0,-5 1-16 15,2 3 0-15,-5 2 0 0,-4 0 32 16,-2 3 0-16,-3 1 0 0,-6-1 0 0,-1 1 0 0,5-10 0 16,7-2 0-16,9-6 0 0,3-6-160 0,18-8-256 15,8-6 64-15,16-17-14592 16</inkml:trace>
  <inkml:trace contextRef="#ctx0" brushRef="#br0" timeOffset="2947.69">14365 6267 15663 0,'-13'0'1392'0,"7"0"-1120"0,1-4-272 0,5 4 0 0,5-1 160 0,-3-3-32 0,5 1 0 0,-7 3 0 31,0 0-416-31,0 0-96 0,66-40 0 0,-66 40-16 16,0 0-1472-16,0 0-304 0,0 0-48 0,4-19-16 16,-20 19 1360-16,-3 0 272 0,-2-4 48 0,-2 4 16 15,-1 0 1504-15,1-3 288 0,4 3 64 0,2-6 16 16,-1 3 576-16,4-6 112 0,-3 4 32 0,3-4 0 15,2-1-1152-15,0-2-240 0,1-1-32 0,2-1-16 16,1-3-608-16,-5 3 0 0,5 2 0 0,-4-2 0 0,1 2-160 0,-1 3 0 16,1 0 0-16,-4 8 0 0,-1-3-96 15,-1 4 0-15,4 4-16 0,-6 1 0 0,4 4 272 16,-5 4-160-16,3 5 160 0,-4-1-128 0,0 6 128 0,-1 1 0 16,-1 4 0-16,0 4-128 0,1 2 128 0,-1-2 176 15,4 3-48-15,3-4 0 0,-1 4 576 0,8 0 128 16,-3-4 0-16,7-5 16 0,1 0 416 0,8-3 80 15,4-6 0-15,1-3 16 0,-9-14-592 0,0 0-128 16,0 0-32-16,68 26 0 0,-68-26-608 0,0 0 0 16,0 0 0-16,96-43 0 15,-96 43-336-15,49-45-144 0,-29 18-32 0,3-4 0 16,-4 1-16-16,-1-3-16 0,-3 0 0 0,1 0 0 16,-4 4-224-16,0 2-64 0,-3-4 0 0,0 1 0 0,-4 3 496 0,4 0 80 0,-6 1 32 15,4 0 0-15,0 0 224 0,2 7 0 0,1-2 0 0,3 4 0 16,-13 17 0-16,0 0 0 0,0 0 0 0,0 0 0 15,62-32-160-15,-62 32 16 0,0 0 0 0,33 35 0 16,-24-14 144-16,0-2-208 0,-2 7 80 0,0 6 128 16,-2 6 288-16,0 2 176 0,2 5 48 0,-5 4 0 15,1 0 96-15,-1-2 32 0,0 2 0 0,5-13 0 16,0-3-640-16,3-14-240 0</inkml:trace>
  <inkml:trace contextRef="#ctx0" brushRef="#br0" timeOffset="3997.07">15547 4205 11967 0,'-5'3'1072'0,"5"2"-864"16,0-5-208-16,1 0 0 0,3 0 1152 0,-4 4 176 15,3 1 32-15,3-1 16 0,2 4-608 0,-2 1-128 16,1 0-32-16,-2-1 0 0,-3 1-608 0,-1 2 0 0,-2 1 0 0,-5 0 0 16,1 2 0-16,-4 0 0 0,-3 3 0 0,2 1-192 15,-6 3 320-15,2-2 48 0,0 3 16 0,0 5 0 16,2-1 656-16,0 5 144 0,3 2 32 0,0 0 0 16,2 2-32-16,4 5 0 0,-1 0 0 0,4-2 0 15,4-1-656-15,-4-2-128 0,3-4-16 0,3-1-8224 16,-6-7-1632-1</inkml:trace>
  <inkml:trace contextRef="#ctx0" brushRef="#br0" timeOffset="4509.46">15774 4335 22111 0,'-20'9'976'0,"6"-4"208"0,6 1-944 0,2-3-240 0,6 2 0 0,0-5 0 0,0 4 864 0,2 1 128 16,-2 4 32-16,4 3 0 16,-4 5-1456-16,0 1-272 0,-6 1-64 0,3 2-16 15,-6 1-944-15,1 1-192 0,-1 3-48 0,0-3 0 16,0 1 992-16,1-1 192 0,2 5 32 0,-2-2 16 0,3 0 736 0,1 0 0 0,1 0 128 0,1-7-128 15,0 2 336-15,0-3-32 0,2-1-16 0,0-8 0 16,2 1-288-16,0-1 0 16,0-6 0-16,1 1 0 0,-3-2 224 0,4-8-16 0,1 3 0 15,-2-6 0-15,2 4-208 0,1-4 144 16,2-5-144-16,-2 0 128 0,2-3-128 0,5-4-176 0,-5-2 48 0,4-3 0 16,2-5-80-16,4 1-16 0,1-3 0 0,4-5 0 15,1-6 224-15,2-4 0 16,6-1 0-16,-6-3 0 0,0 3 0 0,2 0 208 0,-6 6-64 0,-1 8-16 15,2 7-128-15,-9 7 0 0,2 4 0 0,-16 17 0 0,0 0 240 0,0 0 64 16,0 0 16-16,0 0 0 0,0 0 1152 0,80 3 224 16,-72 6 48-16,-8-9 16 0,0 0-272 0,35 43-48 15,-35-43-16-15,25 40 0 16,-25-40-832-16,24 40-160 0,-24-40-48 0,23 53 0 16,-15-31-560-16,-4 4-112 0,1 4-32 0,-1-2 0 15,-3 3-272 1,3-5-64-16,-4 1-16 0,0-5 0 0,3 1 144 15,3-6 16-15,-3-1 16 0,2-6 0 0,1-1-1504 0,-3-5-304 0</inkml:trace>
  <inkml:trace contextRef="#ctx0" brushRef="#br0" timeOffset="4803.17">16521 3658 20271 0,'-12'7'1792'0,"7"-5"-1424"16,5 1-368-16,0 1 0 0,5-3 1792 0,-5 3 272 15,3 1 64-15,-3 7 16 0,0-12-1328 0,11 37-272 16,-11-37-48-16,12 43-16 16,-12-43-976-16,10 47-192 0,-6-24-32 0,-1 0-16 15,-3 3-80-15,0 0-16 0,0 0 0 0,-3 2 0 0,6 7 624 0,-6 5 208 0,1 0-144 16,2 7 144-16,0 2 624 0,2 5 208 15,-2 7 32-15,0 0 16 0,3-2-272 0,-3-4-48 16,2-1-16-16,0-5 0 0,3-5-544 0,-1-4 0 0,3 0 0 16,1-5 0-1,1-4-704-15,-2-5-256 0,-7-26-64 0,9 40-10816 0</inkml:trace>
  <inkml:trace contextRef="#ctx0" brushRef="#br0" timeOffset="5064.83">16324 4081 27647 0,'-31'12'1216'0,"12"-3"256"0,6 0-1168 0,5-4-304 16,4-5 0-16,8 0 0 0,-1 3 1088 0,4-3 144 15,-7 0 48-15,0 0 0 0,0 0-1056 0,82 9-224 0,-82-9 0 0,0 0 0 31,101-12-960-31,-101 12-144 0,77-18-48 0,-77 18 0 16,78-22 592-16,-78 22 112 0,80-31 32 0,-80 31 0 0,79-39 416 0,-79 39 0 0,83-40 0 0,-83 40 0 31,77-45-352-31,-77 45-96 0,70-44 0 0,-70 44-7168 16,57-43-1408-16</inkml:trace>
  <inkml:trace contextRef="#ctx0" brushRef="#br0" timeOffset="5297.46">15559 3799 29487 0,'-47'3'2624'0,"21"1"-2112"16,9-4-512-16,8 0 0 0,9-4 1072 0,3 1 96 15,6 1 32-15,0-5 0 16,3-7-1760-16,-12 14-336 0,37-26-80 0,-20 9-16 0</inkml:trace>
  <inkml:trace contextRef="#ctx0" brushRef="#br0" timeOffset="6317.14">13879 4048 4607 0,'-14'-3'400'0,"7"3"-400"0,2 0 0 0,3-4 0 16,4 4 1968-16,2 0 304 0,-3 0 64 0,6-2 16 15,-1-1-3152-15,-6 3-624 0,0 0-128 0,0 0-32 16,0 0 1232-16,0 0 352 0,27-26-144 0,-32 22 144 16,0-5 0-16,-4 4-128 0,1 0 128 0,2 2 0 15,-2 1 1840-15,2-2 480 0,3 1 112 0,3 1 16 16,0 2-160-16,0-3-48 0,3 3 0 0,4-4 32 0,4-1-1312 0,-11 5-256 16,0 0-48-16,0 0 0 15,80-31-352-15,-80 31-80 0,66-35-16 0,-66 35 16 0,75-39-352 0,-75 39-80 16,72-31-16-16,-72 31 32 0,0 0-176 0,87-28-16 15,-87 28-16-15,0 0 16 16,0 0-128-16,89-12 0 0,-89 12-16 0,0 0 16 16,0 0 288-16,0 0 64 0,75 9 16 0,-75-9 144 0,0 0-256 0,0 0 64 15,0 0 0-15,0 0 32 0,0 0-32 0,0 0-16 16,50 40 0-16,-55-28 16 0,0 2-48 0,-4 3 0 0,-3-3 0 0,1 7 32 16,-3 2 208-16,-1-1 208 15,1 3-32-15,-4-3 0 0,4 5 272 0,-1-5 64 16,-1 6 16-16,4 2 0 0,-6-2 16 0,4 1 0 0,-1 3 0 0,-1-1 0 15,-1-2-32-15,1 6 0 16,-2-3 0-16,3-1 0 0,-1 0 64 0,0-5 16 0,1 1 0 16,3-5 0-16,1 1-448 0,2-6-144 0,4-4 0 0,2-5 0 15,3 1-832-15,-4-4-288 0,4 2-48 0,0-2-10448 16</inkml:trace>
  <inkml:trace contextRef="#ctx0" brushRef="#br0" timeOffset="6590.12">14029 5102 23039 0,'-14'1'1024'0,"2"-1"192"0,3 0-960 0,6 0-256 15,3 0 0-15,2-1 0 0,-1-3 384 0,3 1 48 16,5 1 0-16,-1-5 0 16,-8 7-800-16,0 0-144 0,0 0-48 0,0 0 0 15,66-23-912-15,-66 23-176 0,0 0-32 0,0 0-16 0,0 0 1264 0,0 0 256 16,0 0 176-16,0 0-7312 0</inkml:trace>
  <inkml:trace contextRef="#ctx0" brushRef="#br0" timeOffset="57313.43">1596 4314 7359 0,'0'0'656'0,"5"-26"-528"15,-5 26-128-15,0 0 0 0,19-28 448 0,-19 28 64 0,0 0 16 0,33-22 0 16,-7 4-320-16,6-8-64 0,-1 0-16 0,-3 5 0 16,-4 2-400-16,-24 19-96 0,23-26-16 0,-23 26 0 15,0 0 1728-15,0 0 320 0,0 0 80 0,0 0 16 0,-31-12 800 0,31 12 144 16,-35 8 48-16,35-8 0 0,-40 9-688 0,40-9-128 15,-38 18-16-15,38-18-16 16,0 0-976-16,-37 22-192 0,37-22-32 0,0 0-16 0,0 0-560 0,0 0-128 16,0 0 0-16,0 0 0 15,28 42-384-15,-28-42-48 0,38 11-16 0,-38-11 0 16,45 12 240-16,-45-12 32 0,56 8 16 0,-56-8 0 0,61 9 304 0,-61-9 64 16,72 9 16-16,-38 0 0 0,7 1 64 0,0 2 16 15,3 6 0-15,3 1 0 16,-3 2 0-16,1-2 0 0,-2 7 0 0,1 0 0 0,1 5-304 0,-5 4 160 15,4 4-160-15,-4-3 128 0,5 8-368 0,2 1-80 16,2-1 0-16,3 3-16 16,-3-2-352-16,9 2-64 0,-1 2-16 0,-1 1 0 15,7 1-176-15,-4-6-32 0,0 0-16 0,4-1 0 16,-2-4 400-16,5 3 80 0,0 1 0 0,6-8 16 0,3 3 672 0,0-8 128 0,3 1 16 0,2-1 16 16,-1-2 432-16,3 1 64 0,5-2 32 0,5-2 0 15,0 0-512-15,1-3-96 0,-4-1-32 0,-6 1 0 16,-6-2-1376-16,-4 2-288 15,-10-2-48-15,-2-2-16 0,-2 2-288 0,0 0-48 16,-1 1-16-16,-1-3 0 0,-3 2 960 0,0-2 176 0,-3-1 32 0,-2 3 16 16,0 1 672-16,-1 1 0 0,1 3 0 0,0 4 0 15,3-2 0-15,1 1 0 0,4-3-176 0,-5 0-7040 16</inkml:trace>
  <inkml:trace contextRef="#ctx0" brushRef="#br0" timeOffset="57790.02">5328 4672 28559 0,'0'0'1264'0,"0"0"272"0,0 0-1232 0,0 0-304 15,0 0 0-15,0 0 0 0,0 0 256 0,0 0-16 16,-47 0 0-16,47 0 0 16,-50 20-1712-16,50-20-352 0,-79 35-64 0,27-16-16 15,-2 2 640-15,-3-2 128 0,-10 6 32 0,1-1 0 0,-3 1 2192 0,-1 1 448 0,2 2 96 0,-5 1 16 16,1 3-208-16,-8 2-32 0,-9 3-16 0,-12 3 0 16,-9 0-752-16,-10-2-160 0,-2 2-32 0,-7 6 0 15,-3 1-288-15,-9 2-160 0,-1 5 160 0,1-2-160 16,0 12 192-16,-7-1-48 0,-4 3-16 0,8 0 0 15,6 4 192-15,6 1 48 0,4 10 0 0,10-3 0 16,12-1-176-16,13 1-16 0,13 0-16 0,10-6-15088 16</inkml:trace>
  <inkml:trace contextRef="#ctx0" brushRef="#br0" timeOffset="95395.7">12736 7349 10127 0,'-5'3'896'0,"3"-3"-704"0,4 0-192 0,3 0 0 0,-3 0 0 0,1 0-192 16,1 0 32-16,-4 0 16 0,0 0 144 0,0 0 0 15,0 0-144-15,0 0 144 0,0 0 176 0,0 0 96 16,0 0 32-16,0 0 0 0,0 0 656 0,0 0 128 16,0 0 16-16,0 0 16 0,0 0-528 0,0 0-96 15,75-9-32-15,-70 6 0 0,0-4-208 0,2 0-64 16,-2-2 0-16,-1 1 0 0,1-1 224 0,4 4 32 15,-9 5 16-15,0 0 0 0,0 0-128 0,0 0-16 16,0 0-16-16,0 0 0 0,0 0 160 0,0 0 48 16,0 0 0-16,0 0 0 0,54 38 64 0,-51-22 32 15,1 1 0-15,-4 4 0 0,0 5-608 0,0-3 0 0,-4 6 0 0,-1-1 0 16,2 3-128-16,-6 1-112 0,0 3-16 0,1 0 0 16,2-1 256-16,-2 6 256 0,-1-1-48 0,4-3-16 15,1-1 384-15,-1 2 80 0,1-2 16 0,1 5 0 16,1-2-160-16,2 5-16 0,-3-1-16 0,-2 9 0 15,-1-1-320-15,3 6-160 0,-2-2 160 0,1 0-160 16,1 2 144-16,-3-4-144 0,3-1 128 0,-2-4-128 0,1-2 0 0,-1-5 0 16,1-2 0-16,-1-1 0 15,5-2 0-15,-5-1 0 0,2-2 0 0,-1-3 0 16,2-2 192-16,-3-5-32 0,3-3-16 0,1 2 0 0,-3-3 272 16,1-1 48-16,3-3 16 0,0 0 0 0,0-5-288 15,1 3-64-15,1-3-128 0,2-4 192 16,1 2-592-16,0-6-128 0,-5-1-32 0,0 0 0 0,0 0 48 15,0 0 0-15,0 0 0 0,0 0 0 0,75-13 512 0,-75 13 0 0,0 0 0 0,0 0 0 16,0 0 192-16,82-18 64 16,-82 18 0-16,0 0 0 0,0 0 0 0,75 0 0 0,-75 0 0 15,0 0 0-15,71 4-128 0,-71-4-128 0,0 0 176 0,77 5-176 16,-77-5 0-16,0 0 0 0,85 3 0 0,-85-3 0 0,0 0 0 0,98-7 0 31,-98 7 0-31,0 0 0 0,110-17 0 0,-110 17 0 0,82-17 0 0,-82 17 0 0,90-16 128 0,-90 16-128 16,93-16 192-16,-93 16-192 0,90-9 352 0,-90 9-32 15,79 0-16-15,-79 0 0 0,0 0 80 0,106 21 0 16,-106-21 16-16,0 0 0 16,96 35-144-16,-96-35-48 0,0 0 0 0,97 37 0 15,-97-37-208-15,0 0 0 0,103 31 128 0,-103-31-128 0,79 18 0 0,-79-18 0 16,78 17 0-16,-78-17 0 0,0 0 0 0,94 9 0 0,-94-9 0 31,0 0 0-31,0 0 0 0,75 12 0 0,-75-12 0 0,0 0 0 16,0 0 0-16,0 0 0 0,0 0 0 0,0 0 144 15,0 0 208-15,0 0 32 0,0 0 16 0,0 0 0 16,0 0-256-16,0 0-144 0,0 0 160 0,0 0-160 16,70-18 0-16,-70 5 0 0,0-3 0 0,0-3 0 15,0-2 0-15,0-2 0 0,0-6 0 0,-6 1-160 16,3-4 160-16,-2-3 0 0,-2 1 0 0,-2-1 0 16,2 0 0-16,0-2 192 0,-2-3-64 0,4-3 0 15,-4-6-128-15,3-3 128 0,4 0-128 0,-3-2 128 0,1-4-128 0,-1 4 0 16,5-2 0-16,0 4 0 0,-4-2-160 0,4 2 160 15,0 0-192-15,4 1 192 16,-2-1-512-16,1 0 16 0,-3-1 0 0,4 3 0 16,-4-2-80-16,1-1 0 0,5 5-16 0,-3-5 0 15,4 4 16-15,-2 6 0 0,-5 6 0 0,-3 11 0 16,-1 9-192-16,-3 3-48 0,4 5 0 0,-6 4 0 0,0-2 816 0,4 2 384 16,-4 1-48-16,1-1 0 0,1 2-112 0,-2 3-32 0,0 0 0 15,-1 0 0-15,1 0-192 0,-5 3 0 0,2 2 0 0,0-1 0 16,-2 1 0-16,-4-2 0 0,4 3 0 0,1-3 0 15,-3 2 192-15,0-1 160 0,0-4 32 0,3 0 0 16,-1 0 96-16,-4 0 32 0,-3-4 0 0,2-1 0 16,-5 2-256-16,-1-3-32 0,-1 1-16 15,-3-2 0-15,1-1 112 0,-7-1 0 0,-2-2 16 0,-1 3 0 16,-2-4-80-16,-4 3 0 0,4 0-16 0,-3 0 0 16,-1 1-240-16,-1-3 176 0,-8 6-176 15,-1-2 160-15,-3-2-160 0,-1 1 0 0,-1-1-160 0,2 0 160 0,-3 4 288 16,3 0 160-16,1 1 16 0,2 1 16 15,5 1-1648-15,6-1-336 0,6 3-64 0,11-2-7920 16,5-2-1584-16</inkml:trace>
  <inkml:trace contextRef="#ctx0" brushRef="#br0" timeOffset="96267.48">13609 9231 13823 0,'-3'-5'1216'0,"-1"2"-960"0,2 1-256 0,4 2 0 15,2 0 1088-15,-4-4 192 0,0 4 16 0,0-5 16 0,0 5-608 0,0 0-112 16,0 0-16-16,0 0-16 0,0 0-560 0,0 0 0 16,0 0-240-16,0 0 80 15,52 49 160-15,-52-49-192 0,0 0 192 0,17 45-192 16,-17-45 192-16,14 39-160 0,-14-39 160 0,9 43-160 0,-5-20 608 0,1-1 128 16,-5 5 32-16,0-1 0 0,2 5 592 0,-4 4 112 15,2 0 32 1,-4 1 0-16,1 3-368 0,-2-3-64 15,-1 4-16-15,1-5 0 0,-2 3-384 0,2-10-96 16,0-2-16-16,5-3 0 0,0-7-256 0,0-16-144 16,0 0 160-16,0 0-160 0,0 0-192 0,0 0-128 15,0 0-16-15,0 0-16 16,68-4-640-16,-68 4-128 0,29-31-32 0,-29 31 0 16,35-47 384-16,-21 21 80 0,4-2 16 0,-5 2 0 0,-13 26 464 0,35-44 208 0,-35 44-192 0,32-35 192 15,-32 35 0-15,0 0 0 0,0 0 0 0,0 0 0 16,0 0 0-16,73-14 0 0,-73 14 0 0,0 0 0 15,0 0 592-15,36 49 48 0,-27-28 0 0,-4-2 0 16,2 7 176-16,0 4 32 0,0-2 16 0,-7-2 0 16,2 4-512-16,-2-4-96 0,0-2-32 0,-5-3 0 0,0 2 848 15,-2-1 160-15,0-1 48 0,-6-3 0 0,0-1-1280 16,-5 0-240-16,2 3-48 0,1-3-16 16,-3-5 1216-16,3-1 240 0,-5-4 64 0,0-2 0 15,0 0-576-15,-4-5-96 0,0-2-32 0,-3-6 0 16,1-5-768-16,0-9-144 0,-5-4-48 0,8-9 0 15,-1-5-1456-15,8-13-288 0,6-4-64 0,8-11-12272 0</inkml:trace>
  <inkml:trace contextRef="#ctx0" brushRef="#br0" timeOffset="96801.54">15198 8199 1839 0,'-10'-6'160'0,"3"-1"-160"0,2 2 0 0,1 2 0 15,3 3 688-15,-1 0 96 0,0 0 32 0,2 0 0 16,-5 0 1168-16,1 3 256 16,1 1 32-16,3 1 16 0,0-5-656 0,0 0-128 15,0 0-32-15,17 40 0 0,-17-40-416 0,0 0-96 16,23 38 0-16,-23-38-16 0,0 0-208 0,21 45-32 0,-21-45-16 0,12 44 0 0,-7-16-384 0,-1 7-80 15,-2 5-16-15,-2 3 0 0,-2 1-208 0,-2 1 0 16,1-1 0-16,-1-4 0 16,3-2-320-16,1-12-64 0,3-7-16 0,-3-19-10272 0</inkml:trace>
  <inkml:trace contextRef="#ctx0" brushRef="#br0" timeOffset="97212.82">15568 8216 22111 0,'5'9'976'0,"-5"-9"208"0,0 0-944 0,0 0-240 0,0 0 0 0,0 0 0 16,0 0 0-16,0 0 0 0,84 28 0 0,-84-28 0 16,0 0-752-16,57 38-144 0,-57-38-16 0,11 28-16 15,-10-11 1216-15,-4-1 240 0,-2 1 48 0,-2-1 16 0,2 5 560 0,-4 1 96 16,0 1 32-16,0-5 0 15,1-1-192-15,2 0-16 0,6-4-16 0,-3-3 0 0,6-1-928 0,-3-9-128 16,0 0-160-16,0 0 160 16,0 0-1584-16,0 0-192 0,0 0-32 0,0 0-16 15,58-37-352-15,-49 20-64 0,-1-4 0 0,1-4-16 16,0 1 864-16,0-2 176 0,-2-2 48 0,-1 5 0 0,-2-3 800 0,1 4 176 16,-1-4 16-16,-3-1 16 0,3 5 416 0,-2-3 64 15,1 3 32-15,2 4 0 0,-5 18 208 0,16-31 32 16,-16 31 16-16,0 0 0 0,0 0-128 0,0 0-32 15,0 0 0-15,0 0 0 0,45 38 384 0,-45-38 80 0,13 33 16 16,-8-12 0-16,-5-21 288 0,17 49 64 16,-12-23 16-16,2 0 0 0,-1 6-208 0,-1-1-64 0,0 4 0 15,-1 0 0-15,-1-1-256 0,1-2-64 16,-3-1-16-16,3-5 0 16,-4 2-944-16,0-2-192 0,2-5-48 0,-2-3-7696 0,0-18-1536 0</inkml:trace>
  <inkml:trace contextRef="#ctx0" brushRef="#br0" timeOffset="97472.93">16364 7383 25791 0,'-10'13'2304'0,"1"1"-1856"0,9-2-448 0,0-7 0 15,2 4 1920-15,0 5 272 0,-2 12 64 0,-2 14 16 16,2 16-1376-16,2 6-288 0,3 1-48 0,-3 1-16 16,-1-6-1184-16,1-1-256 0,1 1-32 0,-3-4-16 15,4 2 272-15,-2-2 48 0,1 3 16 0,-3 0 0 0,2 1 352 0,1 3 80 16,1 2 16-16,-4-6 0 0,0-1 160 0,2-11 0 16,1-1 0-16,2-10 128 15,2-2-768-15,-7-32-160 0</inkml:trace>
  <inkml:trace contextRef="#ctx0" brushRef="#br0" timeOffset="97722.66">16075 7948 27647 0,'-9'8'2448'0,"6"1"-1952"0,3 0-496 0,3-6 0 16,-3-3 1968-16,0 0 288 0,0 0 64 0,0 0 16 0,63 54-1584 0,-63-54-320 0,0 0-64 0,85 40-16 31,-85-40-992-31,0 0-192 0,79 13-32 0,-79-13-16 16,0 0-144-16,78-9-48 0,-78 9 0 0,0 0 0 31,80-30 176-31,-80 30 16 0,53-31 16 0,-53 31 0 16,43-35-672-16,-43 35-144 0</inkml:trace>
  <inkml:trace contextRef="#ctx0" brushRef="#br0" timeOffset="97885.87">15476 7681 35935 0,'-61'25'3200'0,"20"-8"-2560"0,10-5-512 0,14-3-128 0,11-6 1360 0,8-3 256 16,-2 0 48-16,-2-3 16 0,1-1-1488 0,1-4-192 15,7-6-272-15,-6-12 64 0,3 3 208 0</inkml:trace>
  <inkml:trace contextRef="#ctx0" brushRef="#br0" timeOffset="103742.43">13743 7754 6447 0,'-8'4'576'0,"1"1"-576"15,3 2 0-15,4-7 0 0,0 0 1296 0,-3 5 160 0,-2 4 16 0,-2 0 16 16,1 3-448-16,1-3-80 0,5-9-32 0,0 0 0 31,0 0-1232-31,0 0-240 0,0 0-48 0,0 0-16 16,0 0-256-16,0 0-48 0,0 0-16 0,0 0 0 0,0 0 1120 0,0 0 208 0,0 0 48 0,0 0 16 15,0 0 400-15,-9 1 80 16,-3 3 16-16,2-2 0 0,1 1-640 0,-5 2-128 0,2-1-32 0,-2 4 0 0,2-2 208 0,-2 2 32 16,0 1 16-16,2-2 0 0,-2 2-112 0,-2 0-32 15,6 1 0-15,-4-1 0 16,3 5-16-16,1-2-16 0,1 2 0 0,0-2 0 16,1-2 272-16,2 3 48 0,1 0 16 0,3 3 0 15,2-16 16-15,0 0 16 0,0 0 0 0,21 45 0 0,-21-45 176 0,0 0 48 16,0 0 0-16,0 0 0 15,67 39-384-15,-67-39-64 0,0 0 0 0,0 0-16 16,0 0-368-16,78 5 0 0,-78-5 0 0,0 0 128 16,0 0 272-16,63-23 64 0,-63 23 16 0,0 0 0 0,48-24-192 0,-48 24-32 15,0 0-16-15,0 0 0 0,54-24-480 0,-54 24-80 16,0 0-32-16,0 0 0 0,0 0-32 0,0 0 0 16,0 0 0-16,39 48 0 0,-39-48 144 0,10 37 32 15,-10-37 0-15,12 43 0 0,-12-43 80 0,14 37 128 16,-14-37-208-16,13 38 80 0,-13-38 128 0,12 40 0 15,-12-40-144-15,0 44 144 0,0-44 0 0,-4 45 192 16,1-22-32-16,1 1 0 0,-5-1 544 0,-2-4 128 0,2 2 0 16,-1-4 16-16,-3-4-272 0,1-3-64 0,-8-1-16 0,1-4 0 15,-4-2-496-15,-3-3 0 16,-2-3 0-16,-6-2-160 16,1-4-352-16,-2 0-80 0,-2 1-16 0,2-3 0 15,-2-1-192-15,-3 3-32 0,4 1-16 0,5-1 0 16,3 4-416-16,0 1-80 0,5-1 0 0,1 1-8768 0</inkml:trace>
  <inkml:trace contextRef="#ctx0" brushRef="#br0" timeOffset="104121.74">13770 7841 23951 0,'0'0'2128'0,"0"0"-1696"0,0 0-432 0,0 0 0 15,0 0 1072-15,0 0 128 0,0 0 16 0,0 0 16 16,0 0-1024-16,0 0-208 0,71 0 0 0,-71 0 0 16,0 0-320-16,0 0 16 0,84-13 0 0,-84 13 0 15,73-32 304-15,-73 32 0 0,92-42-128 0,-92 42-7920 16,106-36-1568-16</inkml:trace>
  <inkml:trace contextRef="#ctx0" brushRef="#br0" timeOffset="168213.01">11867 14178 10127 0,'-4'3'896'0,"4"-3"-704"0,0 0-192 0,0-3 0 31,0 3 1216-31,0 0 192 0,0-4 64 0,4 4 0 16,-3-5 320-16,3 0 80 0,-1 0 16 0,-3-2 0 0,2 2-1424 0,-4-1-272 16,2-1-64-16,-7-1-128 0,2 2 0 0,0-2 0 0,-4 2 0 15,0 0-144 1,1-3 144-16,-4 4-192 0,1-4 192 0,-1 4-192 15,-2-1 192-15,-7 3 0 0,2-1 0 0,-4-1 0 16,-1 2 0-16,-2-6 0 0,-2 4 0 0,2-4 0 16,0 4 0-16,-1-4 0 0,5 0 0 0,1 4 0 15,2-2 0-15,-2 6 0 0,2 1 0 0,1 1 0 0,1 6-384 0,-4-2 16 16,3 9 0-16,3 0 0 16,-3 2-112-16,1 1-32 0,1 3 0 0,2 2 0 0,0 4 832 0,0 4 176 15,-1 1 16-15,1 6 16 0,0 5 240 0,-2 0 32 16,2 5 16-16,-3 5 0 0,3 2 336 0,-4 0 64 15,4 3 0-15,1-1 16 0,6-2 272 0,5-2 48 16,-2-6 16-16,10-8 0 0,6-7-352 0,-12-31-80 16,43 49-16-16,-43-49 0 0,72 23-528 0,-72-23-96 15,96-7-32-15,-96 7 0 0,125-33-464 0,-55 10 128 0,5 0-128 0,-7-3 0 32,-2 0-480-32,-66 26-144 0,104-35-16 0,-104 35-16256 0</inkml:trace>
  <inkml:trace contextRef="#ctx0" brushRef="#br0" timeOffset="168925.08">13102 13194 11967 0,'-14'0'1072'0,"7"-4"-864"0,2 4-208 0,5 0 0 0,0 0 2160 0,0 0 384 16,0 0 80-16,0 0 0 15,0 0-1696-15,0 0-352 0,0 0-64 0,59-22 0 0,-59 22-512 0,0 0-128 16,11 43-16-16,-10-24 0 15,3 8-368-15,-4-1-80 0,0 0-16 0,2 2 0 16,-1-2 608-16,5-5 0 0,-3 5 0 0,-3-26 0 0,19 45 864 0,-19-45 96 16,21 49 0-16,-21-49 16 0,25 56 112 0,-15-25 0 15,0 6 16-15,3 6 0 0,-5 1-208 0,-2 4-32 0,2 5-16 16,-4 4 0-16,1 6-176 0,-5-2-32 0,0 1-16 0,0-1 0 16,-3-3-208-16,1 5-32 0,0-2-16 0,0 3 0 15,-3-1-192-15,2-1-48 16,3 3 0-16,-6-6 0 0,6-7-128 0,0 1 0 15,0-8 0-15,0-5-176 0,0-5-224 16,6-4-48-16,-5-1-16 0,3-8 0 16,1-4-752-16,-1-4-128 0,1-6-48 0,2-4 0 0,-7-4-1168 0,0 0-256 0</inkml:trace>
  <inkml:trace contextRef="#ctx0" brushRef="#br0" timeOffset="169788.25">12996 13138 23039 0,'-21'12'1024'0,"7"-6"192"0,0-3-960 0,11 0-256 16,3-3 0-16,3-3 0 0,-3 3 1104 0,0 0 176 15,0 0 48-15,59-21 0 0,-59 21-720 0,66-23-144 16,-66 23-16-16,70-17-16 16,-70 17-912-16,0 0-176 0,93-17-48 0,-93 17 0 15,0 0 144-15,97-9 32 0,-97 9 0 0,70-14 0 0,-70 14 528 0,80-12 0 0,-80 12 0 16,85-14 144-16,-85 14 480 0,94-9 80 0,-94 9 32 0,105-14 0 16,-105 14 16-16,103-12 0 0,-103 12 0 15,104-17 0-15,-104 17-288 0,119-32-48 0,-119 32-16 0,124-43 0 16,-58 24-608-16,-2-4-128 0,4 5-32 0,-68 18 0 15,117-38-976 1,-117 38-208-16,94-31-48 0,-94 31 0 0,79-26 1024 0,-79 26 192 0,66-19 32 0,-66 19 16 16,0 0 464-16,80-25 112 0,-80 25 16 0,0 0 0 15,0 0 64-15,78-9 32 0,-78 9 0 16,0 0 0-16,0 0-352 0,0 0 0 0,58 35 0 0,-58-35 128 16,0 0 224-16,31 44 48 0,-31-44 16 0,18 38 0 15,-18-38 416-15,14 42 64 0,-14-42 32 0,17 61 0 0,-8-23-64 0,-4 4-16 16,0 7 0-16,2 3 0 15,-2 4-96-15,-1 1-32 0,1 2 0 0,-1 2 0 0,-1-3-288 0,2-1-64 16,-5 4-16-16,6 0 0 0,-6-1-32 0,3 0-16 16,2 3 0-16,4-2 0 0,0-3-64 0,-1 3-16 15,1-4 0-15,-4-3 0 0,4-2-80 0,-2 1-16 16,0-5 0-16,0 5 0 0,-7-5-128 0,0 1 0 16,0 3 0-16,0-6 128 0,0 2 0 0,-4-4-128 15,1 1 192-15,1-6-64 0,-1-5 48 0,-1-6 0 16,3-3 0-16,-5-6 0 0,3-2-48 0,-4 1 0 0,0-4 0 0,-4-2 0 15,1-2-128-15,-2-1 128 16,-4 0-128-16,-1-1 128 0,-3-4-128 0,1 1 0 16,-7-1-192-16,0-1 192 0,-2-1-304 0,-7-2 64 0,4 3 16 0,-7-6 0 15,1 3 224-15,-3-5-176 0,-2 1 176 0,0-1-160 16,-1-4 160-16,-6 4 0 16,2-4 0-16,-4 0 0 0,3 1 0 0,-12-4 0 15,1 3 0-15,-7-5 0 0,5 5 0 0,-2 1-128 16,2-1 128-16,-2 4 0 0,6 1-256 0,1 4 48 15,7 0 0-15,1 0 0 0,2 4 208 0,3-3-192 0,1 3 192 0,2 5-192 16,0-4 48-16,3 3 16 0,-1 1 0 0,1 3-11424 16,-6 2-2272-16</inkml:trace>
  <inkml:trace contextRef="#ctx0" brushRef="#br0" timeOffset="170460.79">15716 13654 6447 0,'0'-9'576'0,"0"0"-576"0,0 4 0 0,0 2 0 0,0 3 176 0,-2-6-176 16,2-2 160-16,-5-5-160 15,2-1-480-15,-6 1-192 0,4 7-32 0,-4 3-16 0,0 3 720 0,0 5 256 16,1 7 0-16,4 0 0 0,3 2 1344 0,1-14 272 15,8 28 48-15,-8-28 16 0,0 0 432 0,40 35 64 16,-40-35 32-16,0 0 0 0,63 31-1280 0,-63-31-256 16,0 0-48-16,58 40-16 0,-58-40-864 0,0 0 0 15,47 53 0-15,-47-53 0 0,19 43-128 0,-16-20 128 16,2 3-128-16,-1 0 128 16,-2 0-480-16,1 0-16 0,-3-6 0 0,0 0-9456 0</inkml:trace>
  <inkml:trace contextRef="#ctx0" brushRef="#br0" timeOffset="170923.74">16235 13622 10127 0,'-3'-3'896'0,"1"3"-704"0,-1 0-192 0,1 0 0 0,0 0 1888 0,2 0 352 15,-2 3 64-15,-1 3 0 0,-1 2-32 0,-1 1-16 16,0 7 0-16,1-1 0 0,3 3-1568 0,1 3-320 16,1 0-64-16,-1-2-16 15,4 2-624-15,-2-2-128 0,-2-2-32 0,0 6 0 16,0-2-1360-16,-2 1-256 0,2 1-64 0,-4-2-16 0,3 0 1744 16,-3-6 448-16,4 1 0 0,-5-5-128 0,3 1 1216 0,0-7 256 15,-3 4 64-15,2-6 0 0,-2 1-1168 0,-4-8-240 0,2 4 0 0,2-3 0 16,-1-6 0-16,3-1-144 0,-2-6 144 15,5 2 0 1,-4-3-496-16,4-6 16 0,4 2 0 0,-3-7 0 16,3 5-704-16,-1-6-144 0,3-2-16 0,1-4-16 15,3 0 368-15,-1-5 80 0,3 0 16 0,2-4 0 0,0 4 592 0,3-5 128 0,4-2 32 0,-2 3 0 16,4 4 144-16,-2 9 0 16,-21 31 0-16,37-35 0 0,-37 35-192 0,0 0 64 0,0 0 0 0,43 35 0 0,-43-35 1328 15,14 40 272-15,-7-14 48 0,2 0 16 16,-9-26 1392-16,22 52 272 0,-22-52 64 15,20 46 16-15,-20-46-1792 0,19 38-352 0,-19-38-80 0,19 40-16 16,-19-40-1776 0,17 40-352-16,-17-40-80 0,18 37-16 15,-18-37-1392-15,0 0-288 0</inkml:trace>
  <inkml:trace contextRef="#ctx0" brushRef="#br0" timeOffset="171214.3">17056 12555 32255 0,'-10'17'1424'0,"6"-7"304"0,-1 3-1392 0,3-1-336 0,2-7 0 0,0 4 0 15,0-9 848-15,2 31 112 0,0 1 0 0,-2 11 16 0,0 6-672 0,0 7-144 0,-4-6-32 0,2 2 0 16,2-3-336-16,0 0-80 0,0-2-16 0,4-5 0 31,3-1-272-31,0 1-48 0,2 5-16 0,-1-1 0 16,1 1-480-16,0-2-96 0,-4 4-32 0,-2-6 0 0,-1 6 832 0,-2 0 160 15,-3 6 48-15,-3-4 0 0,-2 1 416 0,-3-5 96 16,-1-5 16-16,0-4 0 16,1-10-896-16,-3-2-160 0,-1-8-32 0,-1-1-11232 0</inkml:trace>
  <inkml:trace contextRef="#ctx0" brushRef="#br0" timeOffset="171433.39">16565 13081 23951 0,'-2'0'1056'0,"2"0"224"0,0 0-1024 0,0 0-256 0,0 0 0 0,0 0 0 15,0 0 1024-15,0 0 160 0,0 0 32 0,91-20 0 16,-91 20-768-16,0 0-128 0,97-12-48 0,-97 12 0 0,0 0-272 0,94-5-144 15,-94 5 16-15,0 0 0 0,108 2-176 0,-108-2-16 16,89-7-16-16,-89 7 0 0,101-21 336 0,-101 21 0 16,108-30 0-16,-108 30 0 15,105-31-368-15,-105 31-144 0,94-35-48 0,-94 35-11248 16</inkml:trace>
  <inkml:trace contextRef="#ctx0" brushRef="#br0" timeOffset="171723.3">15965 13054 23951 0,'-26'13'2128'0,"9"-5"-1696"0,3 1-432 0,5-5 0 15,9-4 2016-15,0-4 320 0,0 4 64 0,0 0 16 0,0 0-2000 0,0 0-416 16,0 0 0-16,0 0 0 16</inkml:trace>
  <inkml:trace contextRef="#ctx0" brushRef="#br0" timeOffset="212236.13">14148 13516 911 0,'-4'5'0'0,"-1"-1"0"0,1-1 0 0,1-1 0 16,1 1 496-16,-1-3 16 0,-1 6 0 0,-1-1 0 0,-4 4-256 15,-1-1-32-15,-2 1-16 0,1 3 0 0,1-3-208 0,3-4 0 16,3 4-144-16,1-6 144 0,1-1-192 0,2-2 192 16,2 0-208-16,-2-2 80 0,3-1-128 0,1-2 0 15,1 1-16-15,-3 2 0 0,1-1 448 0,1 3 80 16,-1 0 32-16,-1 0 0 0,-2 0 912 0,0 0 176 16,-2 0 32-16,0 5 16 0,1-1 144 0,1-3 32 15,-5 6 0-15,3-1 0 0,0-1-448 0,2-2-96 16,0 3-16-16,0 0 0 0,2 0-496 0,1-1-96 15,2-2-32-15,-1 6 0 0,5-4-96 0,-4 4-32 16,2-4 0-16,2 4 0 0,-1-2-32 0,3-2 0 16,1 0 0-16,-3-1 0 0,-9-4-256 0,0 0 0 0,0 0 128 15,0 0-128-15,0 0 0 0,54 35 0 16,-49-27 0-16,-2 1 0 0,1 2 0 0,-4 1 0 16,-4 0-128-16,1 2 128 0,1 0 0 0,-7 7 192 15,1-2-48-15,-1 4 0 0,-3 6 544 0,1-3 96 0,-4 6 32 16,4-6 0-16,-4 2-240 0,4 1-32 0,-3-3-16 0,2-3 0 15,3 0-272-15,4-2-64 0,2-8-16 0,6 1 0 16,1-5-176-16,6-5 192 0,-10-4-192 0,0 0 192 16,0 0-64-16,84-23 0 0,-84 23 0 0,66-38 0 15,-66 38 16-15,71-54 0 0,-71 54 0 0,75-58 0 16,-75 58-144-16,65-56 0 0,-65 56-192 0,48-48 192 16,-48 48-320-16,0 0 48 0,32-33 16 0,-32 29 0 0,-4 9 256 0,-1 1-128 15,-4 9 128-15,-1 4 0 16,0 8 0-16,-1-1 224 0,-5 8-16 0,2 1 0 15,0 5 176-15,4 0 16 0,1 0 16 0,2 1 0 16,2-1-176-16,-4-6-48 0,4 5 0 0,2-8 0 0,-6 0-48 16,4-8-16-16,-4-2 0 0,0 2 0 0,-5-6-128 0,-1 0 0 15,-4-4-160-15,-6-3 160 16,-1-1-480-16,-4-4 0 0,1-1 0 0,-10-4 0 0,5-4 160 16,-5-3 16-16,-4-5 16 0,-1-6 0 0,1 1 288 0,-3-9 0 15,3 3-128-15,-1-3 128 16,1 0-496-16,-1 3-32 0,2 1-16 0,-1 1-10896 0</inkml:trace>
  <inkml:trace contextRef="#ctx0" brushRef="#br0" timeOffset="213105.44">14346 13499 2751 0,'0'5'256'0,"0"-2"-256"0,0-3 0 0,2 0 0 0,2 4 768 0,-1-2 128 15,2 5 0-15,0-2 16 0,4 5 560 0,3 2 96 16,-12-12 32-16,14 23 0 0,-10-14 0 0,-4 3 16 16,-5-2 0-16,-2-1 0 0,1-2-992 0,-6-5-208 15,2 5-32-15,-6-5-16 0,0 1-368 0,1-3-160 16,1 3 16-16,-4-3 0 0,4 2-96 0,-1-2-16 0,4 0 0 15,-3-2 0-15,6-1 256 0,-1 3 0 16,2-3 0-16,2 3 0 0,-1-2 592 0,3-2 64 16,1 1 16-16,2 3 0 0,2-5 32 0,1 1 16 0,-1 4 0 0,5-2 0 15,-2 2-64-15,-5 0-16 0,0 0 0 0,0 0 0 16,0 0 336-16,93 2 64 0,-93-2 16 0,0 0 0 16,118-5-192-16,-118 5-32 0,98-14-16 0,-98 14-14416 15</inkml:trace>
  <inkml:trace contextRef="#ctx0" brushRef="#br0" timeOffset="-192239.68">18666 9367 1839 0,'-3'9'160'0,"1"-6"-160"15,2-1 0-15,-4 2 0 16,3-4 144-16,1 3 0 0,-2-1 0 0,2 1 0 0,-2 3-144 0,2 2 0 0,-3 1 0 0,1-2 0 16,2-2 1024-16,0 0 208 15,2 1 48-15,1-3 16 0,1 1 240 0,1-3 64 0,0 3 0 0,0-4 0 16,2 5-640-16,0-1-128 15,0-4-32-15,-5 5 0 0,2-2-400 0,-1 2-80 16,-3 4 0-16,0 0-16 0,0 0 0 0,0 5 0 0,0-2 0 0,-3 2 0 16,-1 1 256-16,2-1 48 0,-3 0 16 0,2 4 0 0,3 4 80 0,-4-1 0 15,2 2 16-15,2 6 0 0,0-1-144 16,-3 12-48 0,3 4 0-16,0 1 0 0,0 6-384 0,-4-6-144 15,4 0 0-15,4-6 144 0,-4 1-144 0,3-9-176 16,-1-1 48-16,2-11 0 0,-3-2-880 0,3-8-160 0,1 0-48 0,2-9-8336 15</inkml:trace>
  <inkml:trace contextRef="#ctx0" brushRef="#br0" timeOffset="-191750.54">19003 9689 10527 0,'6'7'464'0,"-4"-5"112"0,2 2-576 0,-1 1 0 0,-1-2 0 0,1-1 0 16,-3 7 992-16,6 3 96 0,1 11 0 0,0 3 32 0,1 9 128 0,-1-1 32 15,-7-2 0-15,2-1 0 0,-2 0-704 0,0-4-128 16,0-1-48-16,-2-5 16 0,-1-2-416 0,1-2-256 16,2-3 48-16,-2-5 16 0,4-2 48 0,0-2 16 15,1-5 0-15,3-3 128 0,0-6 0 0,5 0 0 16,-2-5 0-16,3-3 0 0,2-2 0 0,3-6 0 16,-3-3-176-16,4-3 176 0,-1-4-304 0,2-3 48 15,2-2 0-15,-3-4 0 0,-5-1 256 0,1-4-192 16,-3 6 192-16,-1-3-192 0,-6 3 192 0,1 3 192 15,-5 1-32-15,3 8 0 0,-3 5 192 0,0 3 32 16,0 11 16-16,-3 7 16 0,0 5 32 0,1 5 0 0,-5 7 0 0,2 1 0 16,1 0 512-16,2 1 80 0,2 4 32 0,0 4 32 15,2 5-80-15,5-1 0 0,-2 0-16 0,1 5 0 16,0-1-512-16,3 3-112 0,0 9 0 0,0 0-16 16,1 6-176-16,2-1-16 0,-3 2-16 0,1-5 0 15,3-8-160-15,-5-1 0 0,5-9 0 0,1-3 0 16,-4-6-1184-16,2-8-160 0,2-4-48 15,-2-10-10992-15</inkml:trace>
  <inkml:trace contextRef="#ctx0" brushRef="#br0" timeOffset="-191491.99">19654 8547 15663 0,'0'5'1392'0,"-5"2"-1120"0,5-5-272 0,2 1 0 15,1 3 1520-15,-3 0 240 0,0 8 48 0,2 9 16 16,1 8-864-16,1 8-160 0,-1-3-32 0,3 4-16 16,-1 0 48-16,2 2 16 0,3-2 0 15,3 0 0-15,0 4 240 0,5 1 48 0,-1 2 16 0,6 2 0 16,-4 5-592-16,2 3-112 0,0 1-32 0,-4-2 0 16,3-2-256-16,-5 0-128 0,-1-2 128 0,4-3-128 15,-4-1 0-15,3 1-304 16,-5-5 48-16,4-4 16 0,0-7-912 0,-6-5-176 0,2-6-32 0,-3-1-11776 15</inkml:trace>
  <inkml:trace contextRef="#ctx0" brushRef="#br0" timeOffset="-191272.7">19409 9019 21183 0,'-9'5'944'0,"7"-1"192"0,2 1-912 0,0-2-224 0,2-3 0 0,1 6 0 31,1-3 1280-31,5 6 192 0,4 5 64 0,7 3 0 0,4 6-656 0,2-6-128 16,-1-1-32-16,4-6 0 0,-29-10-496 0,0 0-96 0,106 14-128 0,-106-14 176 15,89-10-176-15,-89 10 0 16,105-26 0-16,-105 26 0 0,118-40-320 0,-118 40-64 0,108-49 0 0,-108 49-8144 16,88-52-1648-16</inkml:trace>
  <inkml:trace contextRef="#ctx0" brushRef="#br0" timeOffset="-190940.02">18401 8733 11055 0,'-5'21'480'0,"2"-12"112"0,3 3-464 0,0-7-128 0,0 1 0 0,3-6 0 16,6 3-224-16,0 6-64 0,8-1-16 0,6 3 0 15,3 1 304-15,2-3 0 0,-2 3 176 0,0-7-176 16,-5 0 896-16,3 1 64 0,-24-6 0 0,0 0 16 16,0 0-1216-16,108-2-240 0,-108 2-48 0,0 0-16 15</inkml:trace>
  <inkml:trace contextRef="#ctx0" brushRef="#br0" timeOffset="-190160.05">21313 8195 911 0,'-5'0'0'0,"5"4"0"0,-4-4 0 0,4 0 0 16,4 0 3872-16,-4 0 688 0,2 0 144 0,5 3 32 15,-2-1-2480-15,5 1-480 0,-1 9-112 0,-2-1 0 16,-3 6-320-16,-3 1-64 0,-1 4-16 0,0-1 0 15,0 7-320-15,-1 2-64 0,1 6-16 0,-2 3 0 16,4 4-480-16,-1 2-112 0,3 4-16 0,-1 0 0 16,2 7 288-16,4-6 48 0,0 6 16 0,-2 1 0 15,3 1 16-15,1 3 0 0,1-2 0 0,-7 7 0 16,4 0-432-16,-6 1-64 0,-1-6-128 0,2 0 176 0,-4-7-176 0,-4-6 0 31,4-4 0-31,-2-9 0 0,2-6-224 0,-3-9-32 0,3-3 0 0,3-8 0 31,-3-6-144-31,6-6-48 0,-3-6 0 0,6-3 0 16,-4-6-160-16,4-4-32 0,-1-4-16 0,3-8 0 0,5 0-48 0,-2-10 0 0,3 1 0 16,0-6 0-1,1-3 0-15,4-2 0 0,-4 1 0 0,1 4 0 16,-1 6 128-16,2-1 32 0,0 4 0 0,0 9 0 0,-20 31 400 0,0 0 144 0,56-52 0 16,-42 47-144-16,0 5 144 0,-2 8 0 0,-5 1 160 15,2 5-160-15,0 7 944 0,-2 1 80 0,-2 5 32 0,-2 4 0 16,3-1 48-16,-3 3 16 0,-3 5 0 0,0 5 0 15,0-2-448-15,0-5-96 0,0-1 0 0,-3-4-16 16,-3-5-176-16,-2-3-16 0,1-2-16 0,-2-4 0 16,-1 1-352-16,-4-4 0 0,-2 0 0 0,-1-6 0 15,-1 1-160-15,-1-2-96 0,-4-5-32 0,1-2 0 16,-3-5-400-16,3-1-80 0,-1-6 0 0,0-2-16 16,6-7-1456-16,-4-5-272 0</inkml:trace>
  <inkml:trace contextRef="#ctx0" brushRef="#br0" timeOffset="-189662.1">22284 7948 18431 0,'-12'17'816'0,"6"-12"160"0,1 4-784 0,0-2-192 0,3-2 0 0,0-1 0 16,2 1 784-16,-7 4 112 0,0 8 32 0,-1 6 0 0,-4 6-544 0,-2-1-128 15,1 4 0-15,3-6-16 16,0 5 400-16,-1-1 64 0,4-2 32 0,2 1 0 0,0 2 224 0,-1-1 64 16,3-2 0-16,-1 3 0 0,3 2-336 0,-3-1-64 15,4-4-16-15,-2 3 0 0,1-5-256 0,-1 0-48 16,2 0-16-16,0-3 0 0,2-6-288 0,-1-3 0 16,5-1 128-16,-1-5-128 0,-2-4 0 0,6-3 0 15,0 3 0-15,0-8 0 0,5 3 0 0,-4-6-144 16,6 2 144-16,-2-8-128 15,3 3 128-15,-3-2 0 0,-14 12-144 0,0 0 144 0,61-49 0 0,-61 49 0 0,0 0 0 0,68-66 0 16,-68 66 0-16,50-46-144 0,-50 46 144 0,54-52 0 31,-54 52-464-31,46-57 16 0,-25 31 0 0,-4 5 0 16,1-2-928-16,-6 4-176 0,-2 2-48 0,-1-1 0 16,0 4-128-16,-4-2-48 0,2 3 0 0,-2-1-7232 15</inkml:trace>
  <inkml:trace contextRef="#ctx0" brushRef="#br0" timeOffset="-189414.28">22615 8003 5871 0,'-14'11'128'0,"7"-4"16"0,5-2 16 0,-1 0 16 0,3-5-176 0,3 6 0 0,-1-3 0 0,1 6 0 0,4 5 944 0,4 7 144 16,1 1 48-16,2 4 0 0,0 0 1104 0,0-3 208 15,2 7 48-15,-2-2 16 0,-1 1-208 0,0 3-32 16,-1-1-16-16,2 9 0 0,-5 4-1008 0,-1 1-208 15,-3 7-32-15,1 0-16 0,-3 2-208 0,-1 4-32 16,0-1-16-16,-1 4 0 0,-1 0-208 0,4 2-32 16,-4 1-16-16,2-4 0 0,1-3-160 0,1 0-48 0,-3-4 0 15,6-4 0-15,-5-2-272 0,2-11-272 0,-1-6 48 0,2-8 16 32,0-4-1328-32,2-10-272 0</inkml:trace>
  <inkml:trace contextRef="#ctx0" brushRef="#br0" timeOffset="-187537.47">24070 7814 911 0,'0'5'0'0,"-4"-5"0"0,3 5 0 0,1-5 0 0,0 4 768 0,0-4 80 15,0 0 16-15,0 0 0 0,0 0 416 0,0-4 64 0,-2 4 32 0,2-5 0 32,0 1-416-32,-2-1-64 0,2-4-32 0,-5 1 0 0,3 2-112 0,1 0-32 15,-6-3 0-15,5 4 0 0,-5 1 592 0,5 2 112 0,-5-1 32 0,2-1 0 0,3-1-128 0,-1 0-32 16,-1 1 0-16,2-4 0 0,-1 3-608 0,-1-4-128 15,3 4-32-15,-4-4 0 16,-2 2-528-16,1 2 0 16,-1 1 0-16,-3 4 0 0,1 0 0 0,-5 4 0 15,-1 4 0-15,-3 1 0 0,-1 3 320 0,-2 6 16 16,-3 4 0-16,-2 1 0 0,1 0 176 0,1 3 16 16,-1 0 16-16,3 0 0 0,1 0 736 0,2-3 128 15,1-1 48-15,1 1 0 16,6-7-1904-16,4-6-384 0,6-1-80 0,2-6-16 0,3 1 736 0,-1-4 192 15,8-4 0-15,1 1 0 0,2 1 640 0,0-1 224 0,1-3 32 16,5 3 16 0,-3-1-1488-16,1 4-320 0,-1 0-48 0,0 4-16 0,1 1 960 0,-1 4 0 0,-1 3 240 0,-4-1-48 15,0 1-192-15,-3 2 0 0,-4 3 0 0,-1-1 0 16,-3-1 0-16,-1 3 0 0,0 3 0 0,0-2 0 16,-1-2-192-16,-3 4 192 0,1-3-160 0,-2 1 160 15,-1-2 0-15,3 4-144 0,-2-3 144 0,-2 1 0 16,-2 2 0-16,0 5 0 0,-1 0 0 0,-4 2 0 0,2 7 736 0,-6-4 224 15,4-1 64-15,-3-3 0 0,5 0-832 16,-2-1-192-16,0 0 0 0,2-4 0 0,1-1 0 0,2-7 0 16,6-5-144-16,-2-4 144 15,5-1-1152-15,0-4-128 0,0 0-16 0,5-4-16 0,-3 2 816 0,5-1 176 16,-2-2 16-16,4-2 16 16,-1 2 112-16,4-1 32 0,-3-1 0 0,2 2 0 0,1 0 144 0,0 1 0 15,2-1 0-15,0 2 0 0,3-3 0 0,-3 6 0 16,2 0 0-16,0 0 0 0,-1 6 0 0,1-3 0 15,0 2 0-15,-4-1 0 0,2 5 0 0,-5-1 0 16,-1 3 0-16,-3-3 0 0,4 5 0 0,-7 1 0 0,1 3 0 16,1-3 0-16,-2 2 0 0,-2-2 192 0,1 3-64 0,-1 2 0 15,0-1 64-15,-1-1 0 16,-1 4 16-16,2-2 0 0,-5 2-80 0,1 2-128 16,-1-1 176-16,1 3-176 0,-1-3 464 0,2 1-16 15,-2 0 0-15,1 1 0 0,-1-1 0 0,1-1 0 0,4 1 0 0,0-6 0 16,6 4 0-16,1-7-16 15,-2-2 0-15,7-6 0 0,2 2-240 0,0-3-64 0,3-1 0 0,4-2 0 16,-2-2-128-16,-19 0 0 0,0 0 0 0,0 0 0 16,110-28 0-16,-110 28-176 0,0 0 176 0,94-39-128 0,-94 39-112 15,0 0-16-15,105-40 0 0,-105 40 0 32,0 0-816-32,92-45-160 0,-92 45-48 0,0 0-12544 0</inkml:trace>
  <inkml:trace contextRef="#ctx0" brushRef="#br0" timeOffset="-187035.18">24758 8063 11055 0,'0'0'976'0,"0"0"-784"16,0 0-192-16,0 0 0 0,2 0 496 0,-2 0 48 0,2 0 16 0,-2 3 0 0,0 6-96 0,-4 0-16 15,-1 5 0-15,2 3 0 0,-6 6 656 16,0-3 128-16,-3 3 32 0,1 0 0 0,3 3 416 0,-4-3 96 15,1 6 16-15,2-6 0 0,2 3-560 0,2 0-96 16,-2-3-32-16,5-2 0 0,2-4-384 0,4-7-80 16,1 3 0-16,6-8-16 0,4 0-432 0,-1-5-64 0,7 0-128 0,-2-2 176 31,-19 2-176-31,0 0-144 0,0 0 144 0,0 0-208 0,110-3-48 0,-91 6 0 0,-1-1 0 0,-3 5 0 31,3 2 128-31,-4-4 128 0,0 4-208 0,-2-4 80 16,-3 4 128-16,-1-1-128 0,-2 5 128 0,-3-3-128 15,-1 2-32-15,-2 0 0 0,0-1 0 0,-2 4 0 16,-1-1 160-16,-3 0 0 0,-1 0 0 0,-1 4 0 16,-1-3 368-16,-1 1 0 0,-4 1 0 0,-4 1 0 15,1-2-160-15,-1-1-16 0,-4 3-16 0,-3-1 0 16,-3 1-384-16,2-5-80 0,-5 3-16 0,1-5 0 16,2-3-1232-16,2-1-240 0</inkml:trace>
  <inkml:trace contextRef="#ctx0" brushRef="#br0" timeOffset="-186807.87">24866 8075 24879 0,'4'-4'1088'0,"-1"-1"256"0,6 2-1088 0,0-3-256 0,-1 1 0 0,-2 2 0 15,6-6 800-15,-12 9 96 0,0 0 32 0,83-44 0 16,-83 44-544-16,0 0-128 0,98-48 0 0,-98 48-16 15,0 0-240-15,0 0-256 0,92-37 48 0,-72 30 16 16,-20 7-160-16,0 0-32 16,0 0 0-16,95-24 0 15,-95 24-144-15,0 0-48 0,0 0 0 0,107-18-7072 16,-107 18-1424-16</inkml:trace>
  <inkml:trace contextRef="#ctx0" brushRef="#br0" timeOffset="-186590.23">25671 8495 21183 0,'-7'8'944'0,"6"-4"192"0,-3 1-912 0,2-5-224 15,2 0 0-15,0 0 0 0,0 0 1088 0,0 0 160 0,-1 4 32 16,-1-4 16-16,-5 5-848 0,0 0-160 0,0-2-32 0,2 3-16 31,-4-3-1136-31,4 2-208 0,-4-1-48 0,6-4-6080 16,3 0-1200-16</inkml:trace>
  <inkml:trace contextRef="#ctx0" brushRef="#br0" timeOffset="-186255.12">26267 7784 23039 0,'0'5'1024'0,"-3"-1"192"0,3 1-960 0,0-2-256 0,-2-3 0 0,0 6 0 15,1 1-336-15,-6 3-112 0,-4 4-32 0,-3 12 0 32,-8 4-352-32,1 1-80 0,-2 0-16 0,6-4 0 0,1-1 2016 0,2-4 384 0,4 1 96 0,1-6 16 0,5 1-592 0,-1-4-112 15,5 3-32-15,-3-1 0 0,6-2-128 0,2-2-16 0,4-2-16 0,2-1 0 16,1 0-48-16,2 0-16 0,1-1 0 0,3 4 0 31,-3-3-864-15,3 0-160-16,-2 1-48 0,-3-1 0 0,1 5-800 0,0-2-160 0,-1 2-48 0,-5-2 0 15,4 2 752-15,-3 0 160 0,-4 4 32 0,1-1 0 0,-3 0 720 0,-6 6 160 16,-3-2 16-16,-2 2 16 16,-4-1-80-16,-2 4 0 0,-4-3-16 0,1 1 0 15,-2-1 32-15,-4 3 16 0,2-3 0 0,-2-1 0 0,1-1-352 16,1-7 0-16</inkml:trace>
  <inkml:trace contextRef="#ctx0" brushRef="#br0" timeOffset="-186030.94">26290 7784 14735 0,'12'3'1312'0,"-1"-1"-1056"15,4-2-256-15,-1 4 0 0,-5-4 1536 0,-4 0 240 0,7 0 48 0,2 3 16 16,-14-3-1520-16,0 0-320 0,93 14 0 0,-93-14 0 16,0 0-384-16,89 19 0 0,-89-19 16 0,0 0 0 15,0 0 784-15,111 0 160 16,-111 0 16-16,0 0 16 0,99-15-384 0,-99 15-80 0,0 0-16 0,0 0-10032 16</inkml:trace>
  <inkml:trace contextRef="#ctx0" brushRef="#br0" timeOffset="-185255.91">27137 7418 19343 0,'-5'4'1728'0,"5"-4"-1392"16,5-4-336-16,-2 1 0 0,3 3 480 0,-5-2 32 0,6-1 0 0,2-3 0 16,3-2-1216-16,2 4-256 0,0-1-32 0,4 1-16 0,-5-1 576 0,3 2 112 15,3 3 32-15,1-6 0 16,-20 6 1584-16,0 0 320 0,0 0 64 0,99-3 16 16,-99 3-256-16,0 0-48 0,0 0-16 0,0 0 0 15,97 16-688-15,-88-11-144 0,-5 0-32 0,-4 4 0 0,-4 3-368 0,-8-2-144 16,1 8 0-16,-6-2 144 0,-4-1-144 0,2 3 0 15,-5-1 0-15,1 4 0 0,4-4 0 0,1 3 0 16,-4 0 0-16,4 1 0 0,1 4 0 16,1 1 0-16,2 0 0 0,2 0 0 15,2 4 0-15,1-6 0 0,4 6 0 0,1-4 0 0,4-4 0 0,0 1 0 16,9-5 176-16,0-6-176 16,3-2 176-16,5-6-176 0,6 1 192 0,-23-5-192 15,0 0 0-15,0 0 0 0,110-31 0 0,-110 31 0 0,0 0 0 0,90-41 0 16,-90 41-160-16,0 0 160 0,0 0 0 15,87-43 0-15,-78 38-144 0,0 1 144 16,-9 8 0-16,0 1 0 0,-5 4 0 0,-4 3 0 0,0 7 0 0,-3-2 0 16,-2 10 0-16,-3-1 0 0,1 0 0 0,0 2 0 15,1 1 0-15,-1 1 0 0,4-2 0 0,-1-2 0 0,3 0 0 0,1 0 0 16,2-3 0-16,2 3 0 16,3 0 0-16,1 0 0 0,1-1 176 0,1 1-16 15,5 0 0-15,-1 0 0 0,0 0 224 0,4 0 64 16,3 0 0-16,0-3 0 0,2 3-128 0,3-3 0 15,1-1-16-15,-1-4 0 0,1-1-304 0,4 1 0 0,-4 2 0 0,4-4 0 16,-4 2 0-16,-1-1 0 0,-1-1 0 0,0-2 0 16,-8 0 0-16,-4-1 0 0,-2 5 0 0,-6-1 0 15,-1 1 432-15,-6-1-32 16,-1 1 0-16,-2-1 0 0,-3 6 256 0,-4-1 48 16,2-1 16-16,-11 2 0 0,2 3-384 0,-5-3-80 0,-2-3 0 0,2-2-16 15,0-4-464-15,5-2-96 0,2-3 0 0,5-13-16272 16</inkml:trace>
  <inkml:trace contextRef="#ctx0" brushRef="#br0" timeOffset="-184855.98">28261 7669 31327 0,'7'-9'2784'0,"0"1"-2224"0,-4 4-560 0,-1-1 0 16,-2 5-1664-16,4-4-432 0,-3-1-80 0,6-3-32 15,-2-1-2400-15,1 0-464 0,-3 4-112 0,2 1 0 16,2 3 4112-16,-1-3 832 0,2 4 240 0,-2 5 0 15</inkml:trace>
  <inkml:trace contextRef="#ctx0" brushRef="#br0" timeOffset="-184683.84">28505 8653 30399 0,'-14'26'1344'15,"5"-8"288"-15,4-4-1312 0,3-7-320 0,4-6 0 0,-2 3 0 0,2-4 208 16,-4 9-16-16,0 1-16 0,-3 7 0 16,-5 10-2176-16,-8 4-432 0,-5 4-96 0,-3 5-16 15,-3 7-352-15,-3 2-80 0,1 8-16 0,-2 0 0 0</inkml:trace>
  <inkml:trace contextRef="#ctx0" brushRef="#br0" timeOffset="-181758.54">23896 11409 8287 0,'0'0'736'0,"-2"0"-592"0,2 0-144 0,0 0 0 0,3 0 944 0,-3 0 144 0,2-4 48 0,2 4 0 16,-3-2 272-16,6-1 48 0,-1-1 16 0,2 3 0 16,1-6-272-16,0 1-48 15,3 3-16-15,-3-2 0 0,5-4-704 0,-4 0-144 16,2 4-32-16,2 2 0 16,-2-6 0-16,1 4-16 0,1 1 0 0,-2 2 0 0,2-1 208 0,-6-1 32 0,6 4 16 0,-3 0 0 31,1 0-16-31,0 0 0 0,2-1 0 0,0-3 0 0,2 4-160 0,-16 0-16 15,0 0-16-15,0 0 0 0,0 0-288 0,97-35 0 0,-97 35 0 0,0 0 0 16,63-36 0-16,-63 36 0 16,0 0 0-16,52-44 0 0,-39 30-160 0,0-3 16 15,-4 3 0-15,-4-2 0 0,-1-1-32 0,-4 3 0 16,0 2 0-16,-4 1 0 0,-4-1-176 0,-3 3-32 16,-1 1-16-16,-5-1 0 15,-6 4-640-15,-3 1-128 0,0 4-32 0,-4 0 0 16,2 0 480-16,-3 0 80 0,-1 4 32 0,3-1 0 0,1 2 928 0,2-1 192 15,5 1 48-15,-2 4 0 0,6 3 304 0,1 2 64 0,6 3 16 0,-3 3 0 16,7 1-16-16,-1 1 0 0,3 4 0 0,4 4 0 16,4-2 144-16,1 3 16 0,2-5 16 0,7 4 0 15,-2-2-208-15,5-6-32 0,2-1-16 0,2-3 0 16,2-4-592-16,-23-14-112 0,0 0-16 0,75 29-128 31,-75-29-256-31,0 0-176 0,0 0-16 0,106 11-16 0,-106-11-1312 16,0 0-256-16,0 0-48 0,110-9-10672 0</inkml:trace>
  <inkml:trace contextRef="#ctx0" brushRef="#br0" timeOffset="-181338.13">25089 11034 6447 0,'0'5'272'0,"0"-5"80"0,0 4-352 0,0-4 0 16,0 5 0-16,0-2 0 0,0 3 960 0,-3 2 128 0,1 10 32 0,0 4 0 15,1 8 48-15,-6 1 16 0,5 1 0 0,2-3 0 16,-4 3-112-16,3-1-32 0,2 0 0 0,3-1 0 16,-4-2-656-16,3-2-128 0,3-2-16 0,-3-4-16 15,2 1-32-15,-1-4 0 16,1-3 0-16,4-4 0 0,-4-1-192 0,-1-5 128 0,1 1-128 0,0-5 0 15,-2 0 0-15,1-2 0 0,-2-5 0 0,-2 2 0 16,3-4 128-16,-3-5 64 16,0-3 32-16,2-4 0 0,-2-2 192 0,2-8 32 0,-2-4 16 0,0 0 0 15,0-5-320-15,0-3-144 0,-2 3 128 0,2-6-128 16,0-1 192-16,0-2-32 0,0 4-16 0,3 2 0 16,1 8-144-16,1 7 0 0,2 7 0 0,0 11 0 15,0 3-256-15,2 5 80 0,-1 2 16 0,-2 2 0 16,2-2 160-16,1 0 0 0,0 3 0 0,1-6 0 15,2 3 384-15,-12 0 16 0,0 0 0 0,0 0 0 16,0 0-1216 0,0 0-240-16,0 0-48 0,84-14-8448 0</inkml:trace>
  <inkml:trace contextRef="#ctx0" brushRef="#br0" timeOffset="-180954.84">25649 10942 911 0,'7'0'0'0,"0"0"0"0,-2 0 0 0,-2 0 0 0,3 0 0 0,-6 0 0 0,5 3 0 0,4 1 0 16,3 1 304-16,-4 4-32 15,5 1 0-15,-3 2 0 0,2 6 2304 0,-6-1 464 0,-1 2 96 0,0-1 0 16,-3 3-176-16,-2-2-32 0,0 2-16 0,-2 1 0 0,0 1-1792 0,-3 1-352 31,-2-1-80-31,-2 0-16 0,2-2-368 0,-1-4-80 0,-1 2-16 0,-2-5 0 0,5 2-208 0,-1-6 0 16,1-1 128-16,1-2-128 0,-2-5 0 0,2 1 0 15,1-3 0-15,3-3 0 0,-5-3-256 0,5 1 64 32,1-2 16-32,-2-7 0 0,4 2 176 0,-1-4 0 0,1-1 0 0,2-7 0 0,-3-4-176 0,6-4 176 15,-1-2-208-15,-1-5 80 16,2-1 128-16,-2-3 0 0,4-6 0 0,-4-5 0 16,4 0 160-16,-1-5-32 0,1 5-128 0,3-4 192 15,4 4-192-15,1 7 0 0,-1 12-192 0,2 9 192 31,-18 26-528-31,0 0 0 0,0 0 0 0,0 0 0 0,0 0 160 0,0 0 48 0,92 9 0 0,-82 8 0 16,3 1 960-16,-1 3 192 0,3-2 32 0,-1 2 16 16,4 1-1520-16,1-4-320 15</inkml:trace>
  <inkml:trace contextRef="#ctx0" brushRef="#br0" timeOffset="-180594.22">26400 10689 14735 0,'-7'9'640'0,"5"-7"160"0,-1 1-640 0,1 1-160 16,2-3 0-16,0-1 0 0,0 4 544 0,-2 1 80 16,2 4 16-16,0 3 0 0,-2 2-464 0,2 7-176 15,-3-2 128-15,3 2-128 0,0 2 704 0,0-1 48 16,3 3 16-16,-3-1 0 0,2 6 128 0,5-3 48 0,-3 3 0 15,1-7 0-15,4-1-144 0,-1-1-32 16,3-3 0-16,1-6 0 0,0-2-512 0,2-5-128 0,-2 4 0 0,2-9-128 16,0 4 0-16,-2-8-320 15,2-1 32-15,-3-4 16 0,-1-1 80 0,4-6 32 0,-5-1 0 0,0-2 0 16,-1-2 160-16,-1-5 0 0,0 3 0 0,-3-3 0 16,-3 0 352-16,3-6 96 0,-8 4 32 0,3-5 0 15,-3 2-336-15,-5 0-144 0,-3-1 128 0,-2 3-128 31,-3-3-1152-31,3 4-304 0,-3 4-64 0,-1 5-16 0,-1 10 208 16,1 4 48-16,1 5 0 0,0 5 0 0,-1 4-160 16,3 1-32-16</inkml:trace>
  <inkml:trace contextRef="#ctx0" brushRef="#br0" timeOffset="-180174.06">27215 10562 2751 0,'-8'17'256'0,"4"-8"-256"16,-1 3 0-16,1-5 0 0,1 0 768 0,1-1 128 0,-1 2 0 0,-3 6 16 15,-2 11 128-15,-1 2 32 0,-5 8 0 0,2 0 0 0,-2-4 96 0,2 1 32 16,1-6 0-16,3 0 0 16,1-7-512-16,1-1-112 15,3-6 0-15,1 0-16 0,2-3-432 0,-3-8-128 0,3 3 0 0,0-8 0 0,3-1 0 16,-3-3 0-16,2-1 0 0,1-9 0 0,3-2 688 16,1-3 128-16,1-3 16 0,1-6 16 0,0 1-128 0,1-4-16 15,2-1-16-15,-1-4 0 16,1-2-176-16,-2 2-16 0,6-4-16 0,-5 4 0 15,4-2 544-15,-1 1 128 0,-2 4 0 0,4 2 16 0,0 7-400 16,0-1-96-16,1 8-16 0,-17 21 0 16,0 0-464-16,0 0-192 0,0 0 128 0,82-37-128 0,-82 37 224 0,0 0-32 15,0 0-16-15,0 0 0 16,92 26-560-16,-92-26-128 0</inkml:trace>
  <inkml:trace contextRef="#ctx0" brushRef="#br0" timeOffset="-130490.09">2591 17710 12495 0,'-2'0'0'0,"2"-5"0"0,-3 5-160 0,3 0 160 16,-2 0 0-16,2-4 192 0,-4 4-32 0,-1-5 32 15,-4 2 608-15,-4 3 112 16,0 0 32-16,-4 0 16 0,-1 3 0 0,5 1-16 16,-5-3 0-16,6 3 32 0,1-4-848 0,4 0-128 15,2-4-128-15,5-1 128 16,0-3-704-16,0-1-80 0,0 4-16 0,4-8 32 16,-4 5-768-16,1-3-160 0,-1-1-32 0,-1 7 48 0,1-2 1168 0,0 2 256 15,0-1 32-15,-4 3 48 0,4-1 1360 0,-3 4 272 0,3 0 48 0,-2 4 32 16,2-4 576-16,0 3 96 0,0 3 32 0,0-3 32 15,0-1-560-15,0 5-112 0,5-5-32 0,-1 5 32 16,-4-7-992-16,0 0-208 0,0 0-32 0,0 0 16 16,0 0-560-16,0 0-96 0,57 36-32 0,-57-36 48 15,0 0 256-15,0 0-160 0,0 0 160 0,0 0 0 0,75 21 0 0,-75-21 256 16,0 0-32-16,0 0 0 0,0 0 544 0,84 5 96 16,-84-5 32-16,0 0 0 15,0 0-112-15,80-8-16 0,-80 8 0 0,0 0 0 16,0 0-256-16,84-9-48 0,-84 9-16 0,0 0 0 15,0 0-256-15,69 0-64 0,-69 0-128 0,0 0 192 0,0 0-192 0,0 0 0 0,84 12 0 0,-84-12 0 32,0 0 0-32,0 0 0 0,0 0-128 0,91 9 128 15,-91-9 0-15,0 0-128 0,0 0 128 0,78-12 0 16,-78 12 0-16,0 0 0 0,0 0 0 0,78-13 0 16,-78 13 0-16,0 0 256 0,0 0-32 0,77 0 0 0,-77 0 224 0,0 0 64 15,0 0 0-15,78 0 0 16,-78 0-256-16,0 0-32 0,0 0-16 0,84-8 0 0,-84 8-208 0,0 0 0 15,63-18 0-15,-63 18 0 0,0 0 0 0,61-19 0 16,-61 19 0-16,0 0 0 0,0 0-256 0,70-21 64 16,-70 21 16-16,0 0 0 0,0 0 176 0,0 0 0 15,80-17 0-15,-80 17 0 0,0 0 0 0,0 0 0 16,0 0 0-16,83-14 0 0,-83 14 0 0,0 0 0 16,0 0 0-16,77-11 128 0,-77 11-128 0,0 0 192 0,0 0-64 0,87-7 0 15,-87 7-128-15,0 0 128 0,72 0-128 0,-72 0 128 16,0 0-128-16,82-5 0 15,-82 5 0-15,0 0 0 0,85-9 0 0,-85 9 0 0,0 0 0 0,73-8 128 16,-73 8-128-16,0 0 0 16,0 0 0-16,89 0 0 0,-89 0 0 0,0 0 0 15,0 0 0-15,84 8 0 0,-84-8 0 0,0 0 176 0,0 0-176 0,90 13 192 16,-90-13 16-16,0 0 16 0,82 0 0 0,-82 0 0 16,0 0-224-16,89-7 0 0,-89 7 128 0,0 0-128 15,101-9 0-15,-101 9 0 0,66-5 0 0,-66 5 0 0,67-9 0 0,-67 9 0 16,0 0 0-16,92-12 0 0,-92 12 0 15,0 0 0-15,92-9 0 0,-92 9 0 0,0 0 0 0,93 0 0 16,-93 0 0-16,0 0 0 0,94 12 0 0,-94-12 0 16,0 0 128-16,92 12-128 0,-92-12 0 0,0 0 0 15,92 11 128-15,-92-11-128 16,0 0 0-16,84 3 0 0,-84-3 0 0,0 0 0 0,84 4 0 0,-84-4 0 16,0 0 0-16,76-4 0 15,-76 4 0-15,0 0 0 0,74 6 0 0,-74-6 0 0,0 0 0 0,71 3 0 16,-71-3 0-16,0 0 0 0,75 5 0 0,-75-5 128 15,0 0-128-15,77 7 0 0,-77-7 0 0,0 0 128 0,78 6-128 0,-78-6 0 16,0 0 0-16,82 1 128 16,-82-1-128-16,0 0 0 0,77-5 0 0,-77 5 0 15,0 0 0-15,73-9 0 0,-73 9 0 0,0 0 128 16,0 0-128-16,90-8 0 0,-90 8 0 0,0 0 0 16,0 0 0-16,88 0 0 0,-88 0 0 0,0 0 0 15,0 0 0-15,92 8 0 0,-92-8 0 0,0 0 0 0,75 4 0 0,-75-4 0 16,0 0 0-16,80-4 0 15,-80 4 0-15,0 0 0 0,84-5 0 0,-84 5 0 0,0 0 0 0,75-5 0 0,-75 5 0 16,0 0 0-16,0 0 0 0,87-4 0 0,-87 4 0 0,0 0 0 16,0 0 0-16,80-3 0 0,-80 3 0 0,0 0 128 15,0 0-128-15,83-2 0 0,-83 2 0 16,0 0 0-16,0 0 128 0,84-3-128 0,-84 3 0 0,0 0 144 16,0 0-144-16,85 5 128 0,-85-5 0 0,0 0 0 15,74 9 0-15,-74-9 0 0,0 0-128 0,80 3 128 16,-80-3-128-16,0 0 128 0,83 5-128 0,-83-5 0 0,0 0 0 0,72 0 0 31,-72 0 0-31,0 0 0 0,0 0 0 0,75 7 0 16,-75-7 0-16,0 0 0 0,0 0 0 0,71 2 0 0,-71-2 0 0,0 0 0 15,0 0 0-15,84-9 0 16,-84 9 0-16,0 0 0 0,0 0 0 0,91-5 0 0,-91 5 0 0,0 0 0 0,0 0 0 0,81 0 0 31,-81 0 0-31,0 0 0 0,0 0 0 0,88 0 0 0,-88 0 0 0,0 0 0 0,66 0 0 0,-66 0 0 16,0 0 0-16,0 0 0 15,78 5 0-15,-78-5 0 0,0 0 0 0,68-1 0 16,-68 1 0-16,0 0 0 0,87-16 0 0,-87 16 0 16,63-17 0-16,-63 17 0 0,73-18 0 0,-73 18 0 15,72-14-128-15,-72 14 128 0,78-10-144 0,-78 10 144 16,80-7-192-16,-80 7 192 0,77-5 0 0,-77 5-128 16,70 0 128-16,-70 0 0 0,0 0-128 0,80 3 128 15,-80-3-192-15,0 0 192 0,0 0-208 0,0 0 64 16,66 26 16-16,-66-26 0 15,0 0-672-15,0 0-128 0</inkml:trace>
  <inkml:trace contextRef="#ctx0" brushRef="#br0" timeOffset="-104489.52">3462 15787 911 0,'-5'4'0'0,"1"-3"0"0,-1-1 0 0,3 4 0 0,1-4 256 0,-5 5-16 15,-4-1-16-15,-6 8 0 0,-6-2-96 0,-3 4 0 16,3-2-128-16</inkml:trace>
  <inkml:trace contextRef="#ctx0" brushRef="#br0" timeOffset="-103979.56">3136 15942 6271 0,'-8'7'560'0,"2"-5"-560"16,-1 1 0-16,6 1 0 0,-3-2 560 0,2-2 0 16,1 3 0-16,-1-3 32 0,-5 4 320 0,0-3 64 15,3-1 16-15,-1 0 32 0,2-1-800 0,3-3-224 16,0 1 0-16,-4-3 128 0,4 3-128 0,-1-2-160 15,1 1 160-15,0 3-192 0,0-3 192 0,-4 1-128 0,1-3 128 16,1 3 0-16,-2 3 0 0,4-2 128 16,-5-1 16-16,2 3 48 0,-3 0 160 0,1 3 32 0,2-1 16 0,-4 1 48 15,1 1 208-15,1-2 48 0,0 1 16 0,-2 1 48 16,5-3-32-16,-1-1 0 0,-1 0 0 0,3 0 32 16,1-5-768-16,0 2 0 0,0-3 0 0,1-2 0 15,3-1-832-15,-4 0-192 16,3-1-32-16,3-2 32 15,-5 3-448-15,1 0-96 0,0 0-16 0,1 6 48 0,-3 1 1120 0,0 2 224 0,0 2 64 0,0 1 128 16,-3 3 448-16,1 2 208 0,2 1 48 0,-2-2 0 16,2 2 464-16,2-1 112 0,3-2 0 0,-3-1 16 0,5-2-208 0,2-3-64 15,-4 0 0-15,4-3 0 0,-6-1-576 16,6 3-128-16,-4-5-32 0,-1 0 0 0,1 0-288 0,-3-2 0 16,1 4 0-16,0-1 0 0,-3 0 0 0,0 1 0 15,0 1 0-15,-3 1 0 0,0-2 0 0,1 8 128 16,-7-2 0-16,4 1-128 0,-2 2 832 0,2 4 48 15,-1 0 16-15,3 0 0 0,1-1 64 0,0 1 0 0,4-4 16 16,0 2 0-16,1-5-128 0,3 1-16 0,-3 1-16 0,2-2 0 16,4 5-576-16,-5-2-112 15,3 0-128-15,-1 7 176 0,3-1-176 0,-5 6 0 16,3 4 0-16,0 0 0 0,-4 3 0 0,2 2 0 0,1 6 0 0,-3 3 0 16,-1-4-160-16,1 4 160 15,1 0 0-15,-2-4-144 0,1 2-144 0,-3-9-32 16,2 1 0-16,-2-6 0 0,1-2-368 15,1-4-80-15,2-5 0 0,-3-3-16 16,1-5-816-16,3-5-144 0</inkml:trace>
  <inkml:trace contextRef="#ctx0" brushRef="#br0" timeOffset="-103428.47">3551 16000 911 0,'0'-5'0'0,"-3"1"0"0,1-1 0 0,2 1 0 0,0 4 0 0,0-1 0 0,0-3 880 0,-4-5 80 0,-1 1 32 0,0-3 0 31,1-1-192-31,-4 3-32 0,4 4-16 0,-1 2 0 0,0-1 336 0,1 4 64 15,-3 4 0-15,6-1 16 0,-5-1 224 0,3 1 32 0,3 3 16 0,0 1 0 16,0-6-416-16,0 6-64 0,0-2-32 0,3 1 0 16,-1 2-224-16,2 1-32 0,-3 3-16 0,3 2 0 15,1 0-288-15,2 4-64 0,-5 2-16 0,5 0 0 0,-4 1-48 16,2 1-16-16,-1 4 0 0,1 0 0 16,0-3 224-16,1 3 32 0,0-3 16 0,0 0 0 15,-3-6-208-15,2-1-32 16,1-2-16-16,-3-4 0 0,1-1-240 0,1-2 0 15,-3-6 0-15,1-1-160 16,2-1-352-16,2-6-80 0,-1-4-16 0,-3-6 0 16,6-1-816-16,-4-2-176 0,0-3-16 0,0-3-16 15,2 0 512-15,-1-2 96 0,1 2 32 0,-2-2 0 0,0-5 704 0,0 5 144 0,2-4 144 0,-2-1-208 16,4 2 208-16,0 3 0 0,-6 2 0 16,3 0 0-16,-1 8 0 0,0 6 0 0,-1 4 0 15,1 6 0-15,-2 11 0 0,1 1 0 0,-4 7 128 0,0 4-128 0,1 7 752 0,1 2 80 0,3 1 32 0,-3 4 0 16,2 2 992-16,1-3 192 0,2 1 32 0,0 0 16 15,0 0-912 1,-2-4-176-16,2 1-48 0,0 2 0 0,2 3-688 0,-1-2-144 16,5 0-128-16,-5-4 192 0,1-5-192 0,1-5 0 0,-1-4-192 0,0-6 192 15,0-8-1152-15,-1-6-128 0,1-2 0 0,3-4-6496 16,-3-3-1296-16</inkml:trace>
  <inkml:trace contextRef="#ctx0" brushRef="#br0" timeOffset="-103119.27">4037 15592 10127 0,'-2'5'896'0,"2"1"-704"16,0-3-192-16,-3-3 0 0,3 0 1664 0,0 5 320 15,-4-1 48-15,3 6 16 0,-3-1-512 0,4-2-112 16,-3-2-16-16,3-1 0 0,0-3-1152 0,0 3-256 15,0 1 0-15,0 2 0 0,3-2 0 0,-3 1 0 16,0 2 0-16,4 1 0 0,-3 3 560 0,3-1 128 0,-1 1 16 0,3 2 16 16,-3 1-112-16,2 1-32 0,4 1 0 15,-4 8 0-15,4 3-128 0,0 1-16 0,-1 4-16 0,1 2 0 16,0 9-256-16,0-4-160 0,-4 3 192 0,2-3-192 16,0 1 0-16,0-7 0 0,-4 1 0 0,2-9-144 15,-3-3-112-15,2-6 0 0,-1 1-16 0,-3-9 0 31,5-1-1312-31,-5-6-256 0,4-2-48 0,1-2-8528 0</inkml:trace>
  <inkml:trace contextRef="#ctx0" brushRef="#br0" timeOffset="-102859.05">3903 15880 8351 0,'-9'0'176'0,"6"0"32"0,-2 0 16 0,5-4 32 0,-4 4-256 0,4 0 0 0,4-5 0 0,1 0 0 0,4-4 1792 16,-1-7 320-16,10 2 64 0,-18 14 16 0,0 0-672 0,0 0-144 16,83-57-32-16,-83 57 0 0,0 0-288 0,0 0-64 15,101-52-16-15,-101 52 0 0,0 0-144 0,0 0-16 16,101-37-16-16,-78 28 0 0,-4 6 160 0,-1-2 48 16,3-4 0-16,-4 4 0 0,0 1-496 0,1-5-112 0,5 6-16 0,-6-6 0 15,6 4-384-15,-2-4 0 16,-21 9-192-16,0 0 192 15,0 0-1472-15,0 0-192 0,88-52-16 0,-74 42-10880 0</inkml:trace>
  <inkml:trace contextRef="#ctx0" brushRef="#br0" timeOffset="-102573.58">3189 15456 23039 0,'-13'9'1024'0,"8"-9"192"0,2 4-960 0,-1-3-256 0,4-1 0 0,0 0 0 16,2 0 752-16,3-1 96 0,0-3 32 0,8 8 0 16,0 1-752-16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ax="30347" units="cm"/>
          <inkml:channel name="Y" type="integer" max="20231" units="cm"/>
          <inkml:channel name="F" type="integer" max="65535" units="dev"/>
          <inkml:channel name="T" type="integer" max="2.14748E9" units="dev"/>
        </inkml:traceFormat>
        <inkml:channelProperties>
          <inkml:channelProperty channel="X" name="resolution" value="1000.23071" units="1/cm"/>
          <inkml:channelProperty channel="Y" name="resolution" value="1000.04944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4-01-08T21:10:40.364"/>
    </inkml:context>
    <inkml:brush xml:id="br0">
      <inkml:brushProperty name="width" value="0.05292" units="cm"/>
      <inkml:brushProperty name="height" value="0.05292" units="cm"/>
      <inkml:brushProperty name="color" value="#FF0000"/>
    </inkml:brush>
    <inkml:context xml:id="ctx1">
      <inkml:inkSource xml:id="inkSrc12">
        <inkml:traceFormat>
          <inkml:channel name="X" type="integer" max="30347" units="cm"/>
          <inkml:channel name="Y" type="integer" max="20231" units="cm"/>
          <inkml:channel name="T" type="integer" max="2.14748E9" units="dev"/>
        </inkml:traceFormat>
        <inkml:channelProperties>
          <inkml:channelProperty channel="X" name="resolution" value="1000.23071" units="1/cm"/>
          <inkml:channelProperty channel="Y" name="resolution" value="1000.04944" units="1/cm"/>
          <inkml:channelProperty channel="T" name="resolution" value="1" units="1/dev"/>
        </inkml:channelProperties>
      </inkml:inkSource>
      <inkml:timestamp xml:id="ts1" timeString="2024-01-08T21:11:06.203"/>
    </inkml:context>
  </inkml:definitions>
  <inkml:trace contextRef="#ctx0" brushRef="#br0">10243 4830 911 0,'-2'0'0'0,"0"0"0"16,2 0 0-16,0 0 0 0,0 0 560 0,-3-3 16 15,1 3 16-15,-2-2 0 0,1 2-16 0,1 0 0 16,0-4 0-16,1 4 0 0,1 0 48 0,1 0 0 16,1-1 0-16,0-3 0 0,1 1 0 0,-1 1 0 15,0-5 0-15,0 5 0 0,-2-1 48 0,0-1 16 16,-2 4 0-16,0 0 0 0,0 0 128 0,-3 0 16 0,2 4 16 0,-3-1 0 15,-1-1-32-15,2 1-16 0,0-3 0 0,-4 6 0 16,4-3-368-16,2 1-80 16,-4 1-16-16,1-3 0 0,3 1 192 0,-2 2 48 15,3-5 0-15,0 4 0 0,2-4 320 0,0 0 64 0,2 0 0 0,0-4 16 16,1 4-400-16,2-1-96 0,1 1-16 0,1-4 0 16,-2 1-272-16,2 1-48 0,3 2-16 0,-5 0 0 15,2 0 16-15,0 2 0 0,0 1 0 0,2 2 0 0,-5 4 112 16,3-2 32-16,-1 3 0 0,0-1 0 0,2 3 0 0,-2 2 0 15,2 0 0-15,1 2 0 0,3-6-64 16,-1 2-16-16,4 2 0 0,-1-5 0 16,4-4-208-16,-1-1 176 0,1 1-176 0,-1-5 160 15,-3 0-160-15,3-2 0 0,-3-1 0 0,4 3 0 16,-1-4 0-16,1-1 0 0,-4 2 0 0,3-3 0 0,0 1 224 16,1 2 16-16,-4-6 0 0,1 4 0 15,1 0-112-15,-4-2-128 0,-1 1 176 0,-2-2-176 0,-1-1 0 16,1 0 0-16,0-1 0 0,-2-6 0 0,1 2 0 0,1-3 0 15,-4-1 0-15,1 1 0 0,-1-6 0 0,-4 6 0 16,1-1 0-16,-2 1 0 0,-2 0-288 0,-1 3 32 16,-2 0 16-16,-2 5 0 15,-2-3-320-15,0 3-64 0,-1-1-16 0,1-3 0 16,-3 5 128-16,0-1 0 0,1-1 16 0,-3-3 0 0,2 5 176 0,-2 2 48 16,-1 3 0-16,-1 3 0 0,-2 5 32 0,1 2 16 0,0 4 0 0,3 1 0 15,-4 2 416-15,1 3 64 0,1-3 32 0,0 4 0 16,4 4 96-16,4-1 0 0,-1-4 16 0,4 6 0 0,-1-2-32 15,5-2-16-15,2 7 0 0,1 0 0 0,2 1-32 16,-3 0-16-16,6 3 0 0,-5 1 0 0,5 4-96 0,-2 0-16 16,4-4 0-16,0 1 0 0,-1-1 128 0,1-5 32 15,2 0 0-15,4-5 0 0,-1-3-160 0,4-4-16 16,1-6-16-16,2-2 0 0,0-1-160 0,1-2 0 16,1-3 0-16,-23 0 0 31,0 0-432-31,0 0-64 0,106-26-16 0,-106 26 0 15,0 0-1264-15,0 0-256 0</inkml:trace>
  <inkml:trace contextRef="#ctx0" brushRef="#br0" timeOffset="459.92">11236 4147 10127 0,'2'7'896'0,"1"-2"-704"0,-3-1-192 0,4-2 0 16,-4 1 128-16,1 6 0 0,6 3 0 0,-2 11 0 15,4 8-128-15,2 6 160 0,-1 4-160 0,1 0 160 16,1-1 736-16,-4 3 128 0,1 2 48 0,0 4 0 16,5 3-560-16,-5 6-96 0,-4-1-32 0,2 1 0 15,-2 3-192-15,0 0-64 0,0 1 0 0,-1-1 0 16,-1-1 112-16,-1-8 16 0,2-3 0 0,-1-9 0 16,2-11-464-16,1-6-96 0</inkml:trace>
  <inkml:trace contextRef="#ctx0" brushRef="#br0" timeOffset="1431.77">11135 4032 6447 0,'-7'18'272'0,"5"-11"80"16,2 0-352-16,-3-4 0 0,6-3 0 0,-3-3 0 0,2 3 320 0,5-2-16 0,-2-2 0 0,7-4 0 15,-1-1 896-15,4 0 176 16,-1-1 32-16,0-6 16 0,7 2 432 0,-3 0 96 0,-1 2 16 0,6-5 0 16,-23 17-768-16,0 0-160 0,0 0-16 0,88-58-16 15,-88 58-208-15,0 0-32 0,84-40-16 0,-84 40 0 16,0 0 160-16,103-31 48 0,-103 31 0 0,0 0 0 0,117-23-384 0,-117 23-64 15,0 0 0-15,109-17-16 0,-109 17-288 0,0 0-48 16,103-14-16-16,-103 14 0 0,0 0-144 16,105-7 0-16,-105 7 0 0,0 0 0 0,111-9 0 0,-111 9 0 15,0 0 0-15,119 0 0 0,-119 0 0 16,0 0 0-16,129 0 0 0,-129 0 0 16,0 0 0-16,110 7 0 0,-110-7 0 0,0 0 0 0,85 14 0 0,-61-5 0 15,-1 1 0-15,-4-1 0 0,2 3 0 0,-3 0 0 16,2 2 0-16,3-5 0 0,0 1 0 0,3-1 128 0,-26-9-128 15,0 0 128-15,101 0 128 0,-101 0 0 0,0 0 16 0,117-28 0 32,-117 28-272-32,0 0 0 0,122-47-208 0,-122 47 80 0,0 0-48 0,101-45 0 0,-101 45 0 0,0 0 0 15,0 0 176-15,99-35 0 0,-80 33 0 0,0 2 0 16,-6 2-208-16,-3 3-16 0,-1 8 0 0,-6-1 0 16,-1 5-96-16,-4 2 0 0,2 4-16 0,-5-2 0 15,2 1 336-15,-1 1 0 16,2 3 0-16,1-1 0 0,2-3 0 0,-1 1 0 15,2 0 192-15,2 3-64 0,1 0-128 0,0 2 192 16,2 1-192-16,2 1 192 0,-1-2-192 0,1 3 0 16,0 4 0-16,0 0 128 0,1 5 32 0,-1 0 0 15,-1 3 0-15,-1 6 0 0,0-2-160 0,0 2 0 16,-1-4 0-16,-3 4 128 0,-1-2-128 0,1-2 0 16,1 4 0-16,-2 0 0 0,1-6 0 0,-1 1 0 15,-1-4 0-15,1-5 0 0,2 1 0 0,-3-4 0 0,3 1-128 16,1-7 128-16,2-3 0 0,2-4 0 0,0 2 0 0,-1-7 0 15,1 0-208-15,0-2 16 0,-2-4 16 0,1 5 0 16,-1-8-16-16,-1 4-16 0,1-6 0 0,-2-1 0 16,0 1 208-16,-5-3 0 0,0 0 0 0,0 0-144 15,-3 0 144-15,1 0 0 0,-7 0 0 0,0 0 0 16,1 0 0-16,-6 4 0 0,2-4 0 0,-8 0 0 16,3-4 0-16,-2 4 128 0,0 0-128 0,-2-3 128 0,1 1-128 15,-2-1 0-15,-4-1 0 0,-4 2 0 16,2-1 0-16,-1 3-160 0,-3 0 160 0,3-4 0 0,-3 4-144 0,-3 0 144 15,2 0 0-15,-5-1-144 16,-2 1-64-16,-4 0-16 0,1 1 0 0,-3 6 0 0,1-1-16 0,2-1 0 16,-1 4 0-16,-3-1 0 0,2 1 240 0,-1 0 0 15,3-4 0-15,-4 4 0 0,5-6 304 0,-2 2-48 16,1-1-16-16,-6 1 0 0,4-1 16 0,1-4 0 16,1 3 0-16,-3-6 0 0,8 3 128 0,-2-4 16 15,5-1 16-15,-3 0 0 0,1-2-80 0,-3 1-16 0,0-2 0 16,-2 2 0-16,2-1-64 0,-2 2 0 15,-1 2-16-15,-4 1 0 0,-2-1-112 0,-2 6 0 16,-1 2-128-16,-4 4 192 0,2 5-192 0,-3 3 0 16,1 4 128-16,0 5-128 15,0 0-768-15,4 2-208 0,7 2-48 0,10-2 0 0,7-2-1728 16,12-5-336-16</inkml:trace>
  <inkml:trace contextRef="#ctx0" brushRef="#br0" timeOffset="2214.89">12226 4006 7359 0,'-2'4'656'0,"2"-1"-528"0,-4-1-128 0,4-2 0 16,-3 3 1104-16,1-3 192 0,-5 6 48 0,0 2 0 16,-3 1 144-16,-1 3 48 0,3-1 0 0,-1-4 0 15,4-6-752-15,1 3-144 0,4-4-16 0,0 0-16 16,4-4 64-16,3 3 16 0,0-6 0 0,1 0 0 15,3-2 16-15,1 2 0 0,0-2 0 0,2 4 0 16,0-4 16-16,2 4 16 0,-1-2 0 0,3-2 0 0,-1 4-240 0,-1 0-48 16,0 2-16-16,-1-3 0 0,1 6-240 0,0-3-32 15,-4 1-16-15,-2-1 0 0,3 6-144 0,-5-3 0 16,1 2 0-16,-4 1 0 0,4 6 0 0,-7 0 0 16,1-1 0-16,1 3 0 0,-3 1 0 0,-1 2 128 15,0 3-128-15,-1 1 0 0,1 4 160 0,-6 3-160 16,3-1 192-16,-1 2-192 0,-1 6 416 0,0-3-32 15,-2 6 0-15,2 0 0 0,-4-2-128 0,0 2-16 16,4 0-16-16,-4-4 0 0,1-1 16 0,1-2 0 16,1-2 0-16,3-5 0 0,1-4-112 0,2-6 0 0,2 1-128 15,0-7 192 1,3-5-688-16,-2 0-144 0,4 0-16 0,0-5-13616 0</inkml:trace>
  <inkml:trace contextRef="#ctx0" brushRef="#br0" timeOffset="2415.17">12555 4879 14735 0,'0'12'640'0,"0"-7"160"0,0 0-640 0,0-1-160 0,0-1 0 0,0-1 0 0,0-2 1216 0,0 4 224 16,0 1 32-16,2 2 16 0,-2-2-32 0,3 4-16 15,-3-6 0-15,0-1 0 0,0-2-528 0,4 0-96 16,-4 0-32-16,5-5-8736 16,-2 0-1760-16</inkml:trace>
  <inkml:trace contextRef="#ctx0" brushRef="#br0" timeOffset="4788.42">14540 4684 4607 0,'-2'-4'400'0,"0"4"-400"0,2-2 0 0,0 2 0 0,0 0 208 0,-5-3-32 15,2 3-16-15,-3-3 0 0,-6 6 656 0,3-3 128 16,-5 5 16-16,1 4 16 0,0-4 608 0,1 4 112 0,-2 0 32 0,0 3 0 0,0-4-640 0,2 1-112 16,-2-4-16-16,-2 4-16 0,3 0-464 0,-1 5-96 15,-4-2 0-15,4 5-16 16,2-3-112-16,0 4 0 0,3 3-16 0,2-2 0 0,4-2 16 0,3 1 16 16,0-4 0-16,3-2 0 0,2-4 96 0,6 1 16 15,1-4 0-15,0-1 0 16,4-4-384-16,3 0 0 15,0-4 0-15,2-4 0 0,-3 2 0 0,4-2 0 16,-22 8 0-16,0 0 0 0,0 0 192 0,101-46 112 16,-101 46 16-16,0 0 16 0,67-47 48 0,-50 30 0 0,2 0 0 15,-1-3 0-15,-6 0-176 0,2 0-16 0,-4-1-16 0,1-5 0 16,-4 4-176-16,1-4 0 0,-1-1 0 0,2 1 0 31,-4-2-464-31,-1-1-32 0,1-6 0 0,-2 0 0 16,3 4-896-16,-5-1-176 0,3 1-32 0,-1 0-16 0,-1-4 256 15,0 4 48-15,-2-4 16 0,0 5 0 0,0-1 464 16,0 3 112-16,0-5 16 0,0 5 0 0,0 2 80 0,0 7 32 16,2 3 0-16,-2 11 0 0,3 5 592 0,-3 5 160 0,0 7 16 0,-3 6 0 15,-1 1 656-15,2 7 128 0,-5 5 16 0,2 4 16 16,0 5 480-16,1 4 80 0,3 4 32 0,1 1 0 0,1 0 192 16,3-2 32-16,-1 2 16 0,3-6 0 0,2-3-992 0,-4 0-192 15,6 1-32-15,-1-1-16 16,3-6-464-16,-3-2-128 0,1-3 0 0,3-6 0 0,-3-2 0 15,0-7 0-15,4 0-128 0,-3-5 128 16,1-1-688-16,0-4-48 0,2-3-16 0,-3-1 0 16,1 0-992-16,0-5-208 0,2 0-32 0,-5-7-4096 15,3-2-800-15</inkml:trace>
  <inkml:trace contextRef="#ctx0" brushRef="#br0" timeOffset="5083.22">15104 4591 2751 0,'-3'-3'256'0,"-1"3"-256"0,3 0 0 16,-1 3 0-16,0 1 1600 0,-3-2 288 15,-2 6 48-15,-4 5 16 0,-4 0 256 0,-1 5 48 0,4 5 16 0,-2-1 0 16,5-1-192-16,6 0-32 0,-1-4-16 0,4-1 0 16,4 0-768-16,-1-6-160 0,4 2-16 0,2-3-16 15,3 0-640-15,0-4-128 0,2 4-32 0,0-9 0 16,4 5-272-16,-3-7 0 0,5 2 128 0,-7-7-128 16,3 2 0-16,-2-4-272 0,-2 4 48 0,-3-7 16 15,1 3-176-15,-6-1-16 0,-4 1-16 0,0-3 0 16,0 3 128-16,-7 0 32 0,5 1 0 0,-5-1 0 0,0-1 128 0,0-3 128 15,2 1-192-15,-2-2 192 0,0 0 0 0,0-3-128 16,2-4 128-16,-4-2 0 0,6 4-160 0,1 2 32 16,-1 1 0-16,3 6 0 15,3 4-432-15,-3 3-80 0,0 3 0 0,2 0-16 16,-2 5-816-16,0-1-144 0,0 6-48 0,0-1-7264 0</inkml:trace>
  <inkml:trace contextRef="#ctx0" brushRef="#br0" timeOffset="5346.55">15352 4628 2063 0,'7'0'0'0,"0"0"0"0,1-2 0 0,-8 2 192 0,2 0-192 0,0 2 0 0,3-2 0 0,-3 3 0 16,5 3 832-16,2 1 144 16,-1 1 32-16,1 1 0 0,-2 2 1056 0,0-3 224 0,-2 4 32 0,2-1 16 15,0-2-384-15,2-1-80 0,-2 4-16 0,2 1 0 16,-4-3-784-16,3 4-176 15,-2-5-16-15,-1 3-16 0,2-3 64 0,-2-4 16 16,2 2 0-16,0-7 0 0,0 0-256 0,-2-4-48 16,4-1-16-16,-4-4 0 0,2 1-400 0,0-8-80 15,0 2-16-15,-2 0 0 0,1-7-128 0,1 4 0 16,-6-2 0-16,3-2 0 0,-1 2-496 16,1-2-128-16,1-2-16 0,0 0-16 0,4-3-1312 0,0-3-256 0,3 3-48 15,2-6-7728-15</inkml:trace>
  <inkml:trace contextRef="#ctx0" brushRef="#br0" timeOffset="5831.85">15852 4173 12895 0,'-2'13'576'0,"0"-5"112"0,1-2-560 0,1-1-128 0,0 2 0 0,0-2 0 16,0 0 864-16,0 11 144 0,0 6 16 0,0 6 16 16,0 7 448-16,0-3 96 0,0-6 16 0,0 0 0 15,0-4-224-15,3-1-32 0,2-3-16 0,4 1 0 16,0 2-496-16,0 0-112 0,-4-2-16 0,3 2 0 0,-2 1-464 0,1 1-112 31,-2 0 0-31,0-2-128 0,0-7 0 0,-3 3 0 16,0 0-192-16,1-3 48 0,-3-2-128 0,-3-3-32 0,-1 0 0 0,3-4 0 15,-5-5-128-15,5 4-16 0,-1-8-16 0,-3 2 0 32,5-5-224-32,1-1-32 0,3-6-16 0,-1 0 0 15,4-7-160-15,0 4-48 0,2-3 0 0,2-1 0 0,1-1 304 0,-4 1 64 0,5-2 16 0,-3 4 0 16,2-2 560-16,-3 9 0 0,0-2 0 0,-1 11 0 16,-2-3 368-16,-3 12 176 0,-1-3 32 0,1 9 16 0,-3-1 560 15,0 4 96-15,0-1 32 0,0 0 0 0,0 4-32 0,0-1 0 16,0 1 0-16,0-1 0 0,0-3-528 0,0 0-96 15,4-2-32-15,-4 2 0 16,0-2-80-16,0-1-32 0,-4 1 0 0,4-4 0 16,-5 5-224-16,2-3-64 0,-3 2 0 0,-2-1 0 15,-1-3-192-15,-3 1 0 0,0 0 128 0,-2-2-128 16,0-2-224-16,-4-5-96 0,4 0 0 0,-1-5-16 16,-1-2-1264-16,-1-7-256 0,3 2-64 0,1-11-11056 15</inkml:trace>
  <inkml:trace contextRef="#ctx0" brushRef="#br0" timeOffset="6319.6">16289 4203 6447 0,'-1'10'576'0,"1"-1"-576"0,0-5 0 0,1 1 0 15,1-5 608-15,0 3 16 16,1 1 0-16,-3 1 0 0,6 4 688 0,-3 5 144 0,2 3 16 16,0-3 16-16,-1 3 640 0,1 1 128 0,-1-1 32 0,-3 1 0 15,3-1-800-15,-1 6-144 0,-3-2-48 0,0 1 0 16,0 4-720-16,0-3-128 0,0 3-48 0,-3 0 0 16,3-3 48-16,-2 0 0 0,4-2 0 15,1-2 0-15,-3-2-256 0,6-5-32 0,1 0-16 0,3-5 0 16,2 2-144-16,2-5 0 0,5-4 0 0,0-4 128 15,4-1-128-15,-23 5 0 0,0 0 0 0,0 0 0 0,106-52 0 16,-106 52-192-16,0 0 64 0,79-66 128 31,-79 66-464-31,49-49 16 0,-27 23 16 0,-3 3 0 16,-3-3-128-16,-2 3-16 0,-2 1-16 0,-3 4 0 0,-4-3 336 0,-1 4 80 0,-6 3 16 0,0 0 0 16,-5 5 160-16,-1-3 0 0,-3 3 0 0,-1 1 0 15,-2 2 0-15,0 1 0 0,-3 2 0 0,-1 6 0 16,1 2 0-16,3 8 0 0,-2 1 0 0,6 3 0 0,-3 2 672 15,5 6 64-15,3-3 16 0,-1 4 0 0,6 2 272 0,0 2 48 16,2 1 16-16,2 0 0 16,1 1-144-16,2-3-32 0,3 6 0 0,2-3 0 0,6-6-176 15,1-7-32-15,7-3-16 0,-26-16 0 0,0 0-544 0,105-16-144 0,-105 16 0 0,99-63-17040 32</inkml:trace>
  <inkml:trace contextRef="#ctx0" brushRef="#br0" timeOffset="10329.62">2298 5751 14735 0,'-23'0'1312'0,"6"4"-1056"0,8-2-256 0,4-2 0 16,2 0 880-16,-6 0 112 0,-12 3 32 0,-10-3 0 16,-6 4-1216-16,-1-4-224 0,5 0-48 0,6-4-16 15,7 1-160-15,2 1-48 0,4-2 0 0,5-4 0 0,1 2 1504 0,2-2 288 16,3-4 64-16,3 1 16 0,-3 2-32 0,6-3 0 0,-3 7 0 0,0-2 0 15,5 2-192-15,2 0-64 0,-7 5 0 0,0 0 0 16,0 0-192-16,68-6-64 16,-68 6 0-16,65-15 0 0,-65 15-480 0,82-23-160 15,-32 6 0-15,1-6 0 16,8 2-256-16,4-7-144 0,3-1-48 0,4-3 0 16,10 1 0-16,5 1 0 0,6-1 0 0,-2 3 0 0,-6 2 608 0,6-4 112 15,5 4 32-15,11-2 0 0,4 2 256 0,3 0 48 0,1 0 16 0,2-2 0 16,-5-2-480-16,5 4-144 15,5 4 0-15,2-1 0 0,-1-7 0 0,-3 4 0 0,-12 2 0 0,8-2 0 16,6 0 0-16,-5 0 0 16,-5 5 0-16,-8-5 0 0,0 6 0 0,0-6 192 0,3 0-48 15,1 3 0-15,-1 1-144 0,-13-3-224 16,-3 3 48-16,-12 4 16 16,-4 1-976-16,-7 7-192 0,-8-3-32 0,-58 13-9840 0</inkml:trace>
  <inkml:trace contextRef="#ctx0" brushRef="#br0" timeOffset="10798.07">3239 4381 18431 0,'-28'-6'1632'0,"11"1"-1312"16,3 2-320-16,5-1 0 0,4 3-144 0,5 1-112 0,-2-4 0 0,0 1-16 15,2 1 768-15,-3-2 144 0,6-1 48 0,-3 2 0 0,6 3-864 0,-1 3-160 32,2 2-48-32,-7-5 0 0,0 0 944 0,0 0 176 15,49 58 32-15,-49-58 16 0,0 0 224 0,69 75 32 0,-69-75 16 0,74 61 0 0,-74-61-320 0,99 62-64 16,-99-62-16-16,106 56 0 16,-106-56-448-16,124 54-80 0,-124-54-128 0,132 58 176 31,-60-24-608-31,3 3-112 0,5 1-32 0,2 2 0 0,-4 9 352 0,-1 0 64 0,-2 0 16 0,-6-1 0 15,-2 5 784-15,4 4 176 0,8 8 16 0,1 3 16 16,0 1 224-16,7 3 32 0,2 1 16 0,0-5 0 16,7-2-160-16,1-9-16 0,13-1-16 0,-4-11 0 15,4 2-928-15</inkml:trace>
  <inkml:trace contextRef="#ctx1" brushRef="#br0">20438 15482 0,'0'0'0,"0"0"16,0 0-1,0 0 1,-33 93-1,32-83 1,-3-1 0,-1-9-1,-4 0 1</inkml:trace>
  <inkml:trace contextRef="#ctx0" brushRef="#br0" timeOffset="26734.74">7958 10548 3679 0,'-3'5'320'0,"-1"1"-320"0,2-3 0 0,2-3 0 16,-3 0 0-16,1 4 0 0,-1 1 0 0,-6 3 0 15,0 1 0-15,-5 0 0 0,6-4 0 0,-1-1 0 16,0-4 0-16,0 1 0 0,2-1 0 0,6-1 0 0,-5-3 0 0,6-1 0 15,0 0-128-15,2-4 128 16,2 0 144-16,-4 1 80 0,1 1 16 0,-1-2 16 0,-1 4-256 0,1 1-256 16,-4 4 64-16,2-2 0 15,-1 2 192-15,-2 0 0 0,1 2 160 0,-1-2-32 0,-2 4 640 0,0-1 144 16,4-1 32-16,-6 5 16 0,5-5 272 0,1 5 48 16,1-6 16-16,2 3 16 0,0 1 16 0,0-5 0 15,0 3 0-15,2-3 16 16,0 0-784-16,-1-3-176 0,3 3-16 0,-2 0 16 15,1-2-256-15,1-1-128 0,-3 3 160 0,3-4-160 0,1-1 704 0,2 2 48 0,-2-3 0 16,0 3 16-16,2-2-64 0,2 1-32 16,-2-1 0-16,2 3 32 0,-2-1-400 0,-2 3-80 0,0 0-16 0,2 0 16 15,-2 5 32-15,1-5 16 0,1 5 0 0,-2-1 32 16,4-1 208-16,-1-1 64 0,3-2 0 0,1 0 0 16,0 0-144-16,2 0-48 0,-2 0 0 0,2-2 0 15,4 4-128-15,-4-2-16 0,0 3-16 0,1 1 0 16,1-2 160-16,1 1 16 15,-1 1 16-15,0-3 0 0,1 3 32 0,-1-4 0 16,1 0 0-16,1 0 0 0,-1 0-240 0,2-4-32 0,-5 4-16 0,2 0 0 16,0-1-160-16,-1-3 0 0,-1 4 0 0,4-3 0 0,-6-3 0 15,3 1 0-15,3-2 0 0,-2 2 0 16,-1 0 128-16,3-1-128 0,1 0 0 0,0 4 128 16,-5-2-128-16,3 4 0 0,1 0 0 0,-1 4 0 15,1-2 0-15,-4 1 0 0,1 6 0 0,1-4 0 16,0 4 0-16,-2-1 0 0,-2-2 0 0,2 2 0 15,0 1 240-15,-2-6 16 0,2 3 0 0,3 1 0 16,1-6-80-16,-4 3-16 0,5-4 0 0,-2 0 0 16,-17 0-160-16,0 0 0 0,0 0 0 0,0 0 0 0,105-12-160 0,-105 12 160 15,0 0 0-15,0 0-144 0,0 0 144 0,92 8 0 0,-74-4 0 0,-4 1 0 16,3-1 0-16,-3-3 0 0,0 3 0 16,1-1 0-16,-1-1 0 0,-1-2 0 0,1 0 0 0,-2 0 0 31,2-2 0-31,3-1 0 0,-3-1 0 0,0-1 0 15,0 3 0-15,2-5 0 0,-2 2 0 0,0 0-128 16,-1 1 128-16,0-1 0 0,2 2 0 0,-1-1 0 16,0-1 0-16,0 2-160 0,0-3 160 0,-2 3-160 15,2 3-272-15,2-2-48 0,-2-1-16 0,0-1 0 0,-14 4 320 0,0 0 176 0,0 0-192 0,0 0 192 16,87-7-128-16,-73 7 128 16,3 0 0-16,-4 2 0 0,0 3-512 0,-4-1 0 0,2 1 0 0,1 4 0 31,-3-1-640-31,-6 1-112 0,2 3-16 0,-1 2-10896 0</inkml:trace>
  <inkml:trace contextRef="#ctx0" brushRef="#br0" timeOffset="82307.93">11527 6471 10127 0,'0'0'896'0,"0"0"-704"15,2 0-192-15,-2 0 0 0,0 0 992 0,0 3 160 0,-2-3 48 0,-2 5 0 16,1 2-112-16,-2-1 0 0,-6-1-16 0,1 0 0 16,-1-1-176-16,3 1-16 0,-5-2-16 0,3-3 0 15,1 0-96-15,-5 0-32 0,4 0 0 0,-1-5 0 16,3 2-176-16,-1-6-48 0,0 4 0 0,0-4 0 15,1 0-512-15,3 1 0 0,-4-5 0 0,0 5 0 16,0-3 0-16,1-1-176 0,-1 3 0 0,0 4 0 16,-1 0 176-16,-1 1-192 0,3 4 192 0,-1 0-192 15,2 9 192-15,-2-4 144 0,2 7-16 0,2 2-128 16,0 0 352-16,0 4-32 0,1 3-16 0,4 1 0 16,-3 4-176-16,-1 1-128 0,2 0 144 0,2 3-144 15,2 1 0-15,0 8 0 0,3 1 0 0,0 0 0 0,4 5 0 16,0 7 0-16,-1 2 0 0,1 6 0 0,0-1 0 0,0 2 0 15,-4 1 0-15,0 5 0 0,2-1 256 0,-5 0-64 16,1-2 0-16,1-4 0 0,-4-8 32 0,1-3 0 16,3-9 0-16,-4-5 0 15,3-6-688-15,-1-3-144 0,2-7-32 0,-4-1-11264 0</inkml:trace>
  <inkml:trace contextRef="#ctx0" brushRef="#br0" timeOffset="82541.85">11100 7366 9215 0,'-9'3'400'0,"6"-3"96"0,1 4-496 0,2-2 0 0,0-2 0 0,0 0 0 16,2 3 1520-16,-1-3 208 0,5 5 32 0,2-5 16 15,3 4-224-15,3-4-32 0,1-4-16 0,3 3 0 0,-18 1-384 0,0 0-80 16,0 0-16-16,106-42 0 0,-106 42-480 0,0 0-96 15,105-49-32-15,-105 49 0 0,76-40-416 0,-76 40-320 16,84-37 48-16,-84 37 16 16,94-38-896-16,-94 38-160 0,105-40-32 0,-105 40-5328 15,94-45-1072-15</inkml:trace>
  <inkml:trace contextRef="#ctx0" brushRef="#br0" timeOffset="82937.78">12475 6364 14735 0,'-4'9'1312'16,"-3"-4"-1056"-16,6-1-256 0,1-1 0 0,0-1 912 0,-4 5 128 15,-1 4 32-15,-4 9 0 0,0 8-608 0,1 2-112 16,3-2-32-16,-2 1 0 0,5 3-320 0,2-3-128 16,0 3 0-16,2-1 0 0,5 4 560 0,1 5 112 15,3 4 32-15,1 1 0 0,-2 7 256 0,1 2 48 16,-1 7 16-16,-1 5 0 0,0 4-272 0,-4 1-48 15,-2-1-16-15,1-2 0 16,-4 5-304-16,2-2-64 0,-2-1-16 0,0-4 0 0,0-3-176 0,0-2 0 0,3-4 0 16,-3-11 0-1,2-4-816-15,5-15-32 0,2-4-16 0,-1-11-10304 16</inkml:trace>
  <inkml:trace contextRef="#ctx0" brushRef="#br0" timeOffset="83656.33">12579 6342 8287 0,'-5'5'736'0,"3"-1"-592"15,-1 1-144-15,3-5 0 0,0 0 576 0,0 3 64 16,-4 2 32-16,4 1 0 0,0 2-400 0,7-4-80 15,0-4 0-15,6 0-16 0,4-4 928 0,4-1 192 16,-21 5 48-16,0 0 0 0,0 0 688 0,111-35 144 16,-111 35 16-16,0 0 16 0,105-31-592 0,-105 31-112 0,0 0-32 0,120-35 0 15,-120 35-816-15,93-26-160 0,-93 26-48 16,92-28 0-16,-92 28-448 0,97-26 0 0,-97 26 0 0,107-26 0 16,-107 26 0-16,127-26 0 0,-127 26 0 0,145-32 0 15,-145 32 0-15,151-36 0 0,-151 36 0 0,127-33 0 16,-127 33-288-16,110-28 0 0,-110 28 0 0,98-30 0 15,-98 30-480 1,0 0-112-16,120-26-16 0,-120 26 0 0,0 0-176 0,0 0-32 0,105 12-16 0,-93-3 0 31,-5 5 544-31,-4-2 96 0,-6 2 32 0,-2 4 0 0,-1 8 688 0,-6 0 144 0,3 2 16 0,-1 1 16 0,3 3 432 0,-2 2 96 16,4 3 16-16,0 1 0 0,-2 2-528 16,5 4-112-16,-1 1 0 0,3-1-16 15,3 5-160-15,-3-1-16 0,5 5-128 0,4 4 192 0,-4-3 256 0,2 4 64 16,2 3 0-16,1-1 0 0,3 1 48 0,-3 2 16 15,6 0 0-15,-2-2 0 0,0 0-320 16,3-4-48-16,0 1-16 0,1-4 0 0,-4-2-192 0,0 2-128 16,1-2 128-16,-6-3-208 15,2-5-192-15,-4 3-48 0,-2-2 0 16,-2-5 0-16,-3 0-32 0,0-9-16 0,0-6 0 0,-3-6 0 16,-1-2-16-16,3-5-16 0,-3-1 0 0,-1-4 0 15,-2-2 80-15,-2-1 0 0,-1-3 16 0,-8 3 0 0,-3-4 208 0,-1 5 32 16,-4-5 16-16,-6 4 0 0,-6-1 176 0,-4-1 0 0,-1-2 0 0,-6 3 0 15,0 2-288-15,-3-1 32 0,-2 1 0 16,-4 0 0-16,2-1 16 0,-3 1 16 0,-2-1 0 0,-5 1 0 16,-6-2 0-16,3 2 0 0,3-5 0 0,-1 0 0 15,10 0 80-15,-2 0 16 16,3 0 0-16,4 0 0 0,-1 0 128 0,-1 0 0 0,2 4 0 0,-2-4-128 16,2 5 128-16,-1-5 0 0,5 4 0 0,2-4 0 0,8 3 0 0,3-3 192 15,4 2-32-15,-1-2-16 16,6 0-400-16,-5 3-64 0,5 3-32 0,-6 2 0 15,3 1-1120-15,-3 5-208 0,1 3-48 0,-4-1-16 16,4 0 848-16,-2 1 192 0,5 1 16 0,5-10-4832 16</inkml:trace>
  <inkml:trace contextRef="#ctx0" brushRef="#br0" timeOffset="84320.34">12855 6845 8287 0,'0'5'736'0,"1"-1"-592"0,3-4-144 0,-4 3 0 16,0-3 1056-16,2 2 176 0,5 5 48 0,-4 2 0 16,4 1-288-16,2 6-48 0,-2-2-16 0,1 3 0 15,-2-3 256-15,2 0 48 0,1 4 16 0,0-4 0 16,0 1 224-16,-1 3 32 0,1-1 16 0,0 2 0 15,-4 4-896-15,-5 1-176 0,0-1-48 0,0-1 0 16,-4 1-160-16,-1 0-48 0,0 1 0 0,-4-5 0 0,4 2 128 0,2-2 0 16,-3-3 16-16,5-5 0 0,-1-3-336 0,4-4 128 15,-1 1-128-15,5-2 0 16,2-3-400-16,1 4-160 0,0-8-16 0,5 4-16 16,-2 0-336-16,-3 4-64 0,-1-2-16 0,3 1 0 0,-3 2 560 0,1 4 128 15,-4 3 0-15,2-1 16 0,-5 1 304 0,2 2 0 16,-4 7 0-16,0-2 0 0,-6 2 224 0,3 1 96 15,-2-1 32-15,-2 2 0 0,1-4 208 0,1-1 32 0,-4 2 16 16,1-6 0-16,1 4-288 0,0-4-64 16,-2-2-16-16,0-3 0 0,1-1-240 0,-5-2 0 0,3 2 0 0,-2-4 0 31,3-1-1072-31,-5-6-144 0,5 3-48 0,-3-5-9488 0</inkml:trace>
  <inkml:trace contextRef="#ctx0" brushRef="#br0" timeOffset="84542.9">12996 6981 11055 0,'5'0'976'0,"-1"0"-784"0,1-3-192 0,-2 3 0 15,2-2 1856-15,4-2 336 0,5 1 64 0,4-6 16 0,-18 9-656 0,0 0-128 16,0 0-16-16,95-49-16 0,-75 41-1200 0,-3-6-256 15,-5 5 0-15,2 0 0 0,4-3 176 0,-5 3 48 16,1 2 16-16,2-1 0 0,2-1 224 0,-3 0 48 0,1 1 16 16,-2 1 0-1,0 1-1616-15,-2 3-320 0</inkml:trace>
  <inkml:trace contextRef="#ctx0" brushRef="#br0" timeOffset="84780.52">13566 7479 11055 0,'0'2'976'0,"0"-4"-784"0,0-1-192 0,1 3 0 0,1-4 832 0,0 2 112 16,1 2 16-16,-3 0 16 0,2-3 496 0,-2 1 112 15,0-1 16-15,-2 6 0 0,-3-1 336 0,2 1 80 16,-4 3 16-16,1-3 0 0,1-1-1040 0,-3 1-208 15,2 3-32-15,-2-6-16 0,-1 3-736 0,2-6 0 16,0 3-160-16,3-2-8736 16,-1-2-1760-16</inkml:trace>
  <inkml:trace contextRef="#ctx0" brushRef="#br0" timeOffset="85172.95">13822 6894 20271 0,'-9'17'896'0,"6"-4"192"0,1-3-880 0,2-1-208 0,0-2 0 0,-4-2 0 16,4 4 1232-16,0 5 208 0,-3 12 32 0,1 5 16 16,-3 4-784-16,1-4-144 0,-1-5-48 0,3 0 0 15,1 1-240-15,1-5-48 0,0 4-16 0,0 1 0 0,0-1 496 0,0 2 80 16,0 1 32-16,-4-1 0 0,4 2-384 0,0 1-80 15,4-1-16-15,-4-6 0 0,5-3-336 0,0-4 0 16,4-3 0-16,3-5 0 0,0 0-208 0,2-9-112 16,4-4-32-16,-1-1 0 31,1-6-528-31,-1-4-96 0,2-3-32 0,2-4 0 0,-4-4 304 0,-1-6 48 0,0 4 16 0,-2-5 0 0,-6-3 208 0,1 1 48 16,-5-2 16-16,-3-1 0 0,-2 1 368 0,-6 3 0 31,-2-1 0-31,0 0 0 0,-1 4 832 0,-2-1 304 0,3 3 48 15,-2 1 16-15,3 3-128 0,1 3-32 0,2 8 0 16,-1 2 0-16,-1 6-720 0,2 3-160 0,0 6-32 0,-4 3 0 16,0 2-128-16,1 4-144 0,-6 6 144 0,2 1-14352 15</inkml:trace>
  <inkml:trace contextRef="#ctx0" brushRef="#br0" timeOffset="89020.31">15343 6880 10127 0,'-12'9'896'0,"7"-4"-704"0,-4 4-192 0,4-6 0 15,3-3 400-15,0 4 48 0,-1-3 16 0,-1 3 0 0,-3-2 272 0,-1 5 48 16,-1-6 16-16,-3 3 0 15,3-4-656-15,0-4-144 0,4 3 0 0,-4-6 0 16,1 1 240-16,-1-2 48 0,0 2 16 0,0-6 0 16,1 4 512-16,-4-1 96 0,1 0 32 0,-6 0 0 15,-1 4-64-15,-4-3-16 0,-1 2 0 0,-1 6 0 16,1-3-448-16,0 3-96 0,-3 3 0 0,3 3-16 0,1-3-80 0,1 7-16 16,3-1 0-16,4 0 0 15,-1 0-208-15,4 3 0 0,3 2 0 0,-1-2 0 16,4 2-176-16,-2 0-80 0,5 3 0 0,2 1-16 15,0-1 272-15,0 4 0 0,3 2 0 0,3-1 0 0,-1 1 192 0,0-2-64 16,4-2-128-16,3-2 192 16,-1-1-192-16,4-6 0 0,-1 3 0 0,0-8 0 0,7 4 0 0,-4-9 0 0,6 0 0 0,-2-2 0 0,2-5-144 15,-23 7 144-15,0 0 0 0,71-40-144 0,-71 40 144 0,49-49-192 16,-28 19 192-16,-2-1-192 0,2-4 192 0,-4-5-192 16,1 5 192-16,-1-5-192 15,-3 0-256-15,4 4-48 0,-6-4-16 0,2 1 0 16,-4-1-224-16,2 0-48 15,-3-3-16-15,0 3 0 16,-4-7 208-16,-2 6 32 0,1 5 16 0,-2-2 0 0,-2 1 288 0,0 6 48 16,0 1 16-16,0 13 0 0,3 6 192 0,-3 4 0 15,0 7 0-15,0 7 160 0,-3 2 464 0,1 1 80 16,-2 8 32-16,4 3 0 0,-5-2-160 0,2 7-16 16,3 0-16-16,-5 0 0 0,3 2-96 0,0 5-32 0,-3 0 0 15,1 6 0-15,-1 1 0 0,2 0 0 0,-3 3 0 0,-1 1 0 16,2 1-16-16,2-1 0 0,1 4 0 0,2-8 0 15,0-5-144-15,2-3-16 0,5-10-16 0,3-1-7632 16,6-7-1520-16</inkml:trace>
  <inkml:trace contextRef="#ctx0" brushRef="#br0" timeOffset="89368.58">15599 6906 4607 0,'-8'11'400'0,"4"-4"-400"0,2-2 0 0,1-2 0 16,1-1 1440-16,1-2 208 0,1 4 32 0,2 4 16 0,-1 1-512 0,2 8-96 16,0 3-32-16,1 0 0 0,-3-2 48 0,-3 4 16 15,4 1 0-15,-4-2 0 0,-4 2 336 0,4-2 64 16,-3 1 16-16,1 1 0 0,2-1-624 0,-4-1-112 16,4 0-32-16,4-5 0 0,-2 0-576 0,5-6-192 15,-2-1 128-15,4-6-128 0,-1 3 0 0,5-6 0 16,0-2-176-16,1-5 176 0,0-2-416 0,2-5 32 15,0 0 0-15,1-7 0 0,1-1 208 0,-1-1 176 16,4-3-208-16,-7-4 80 0,0 6 0 0,-2-6 0 16,-7 1 0-16,-1-3 0 0,-4 6-112 0,-4-2-16 0,-1 7 0 0,-4-1 0 15,1 4 256-15,-3 1 0 16,1 7 144-16,-1 1-144 0,2 2 224 0,1 2-48 16,3 1-16-16,-4 8 0 0,5-4-160 0,-1 5-192 0,2 2 32 15,3-2 16 1,0 0-1200-16,0 2-256 0,0-2-32 0,3 1-7328 0</inkml:trace>
  <inkml:trace contextRef="#ctx0" brushRef="#br0" timeOffset="89678.97">15958 6938 4607 0,'4'3'192'0,"-4"-3"64"15,3 0-256-15,2-3 0 0,-5 3 0 0,4-4 0 16,1 4 0-16,4-2 0 0,8-1 0 0,-3-1 0 0,4 4 384 0,-6 0 96 15,-3 7 16-15,-2-1 0 0,-1 6 1296 16,-2-2 256-16,1 6 48 0,-5 0 16 0,2 4-112 0,-2 1-16 16,-2 4 0-16,2 1 0 0,-7 0-1104 0,5 0-240 0,-4 0-32 15,0-3-16-15,3-1-272 0,3-1-48 16,0-7-16-16,7-1 0 0,-2-5 128 0,7-3 0 16,-1-1 16-16,1-8 0 0,2-1-560 0,3-3-112 15,1-10-32-15,3-3 0 16,1-1-400-16,-3-5-96 0,6 0-16 0,-3-5 0 0,1-1 576 0,3-3 240 15,0-5-192-15,0 3 192 0,-3-2 0 0,-2 5 0 16,2 0 224-16,-6 2-64 0,-3 4-160 0,0-3 0 16,0 6 0-16,-5 4 0 0,3-1-752 15,-3 2-80-15,-1 4 0 0,-2 3-7936 0</inkml:trace>
  <inkml:trace contextRef="#ctx0" brushRef="#br0" timeOffset="90178.2">16838 6192 8287 0,'-2'12'736'0,"1"-1"-592"0,1-6-144 0,0 4 0 15,-4-2 560-15,4-2 80 0,-3 17 0 0,-4 19 16 16,-2 11 400-16,-3 5 80 0,3 4 16 0,-3-7 0 0,2-2 544 0,1 1 112 16,0-5 32-16,2 5 0 0,5-4-304 0,-3-4-48 0,2 4-16 0,3-6 0 15,-6 1-544-15,6-4-112 0,0-5-32 0,2-1 0 16,2-6-464-16,-1-7-112 0,2-2-16 0,-1-3 0 31,1-6-768-31,4-3-144 0,-6-5-48 0,3-2 0 16,2-9-576-16,-3 1-112 0,4-6-16 0,0-7-16 15,0 2 848-15,1-7 192 0,1-2 16 0,2-5 16 0,-4 1 416 0,2-3-160 0,1 1 160 0,0-3 0 0,2 2 0 0,-2 4-128 32,2 1 128-32,0 6 0 0,-2-1 0 0,2 8 144 15,-2 7-16-15,-1 4 0 0,1 3 288 0,-3 3 48 16,-1 5 16-16,-2 4 0 0,-1 5 128 0,-2 1 32 16,1 5 0-16,-2 6 0 0,-2 0 448 0,-2 3 80 15,0 3 32-15,-3-1 0 0,0 6-256 0,-1-2-48 0,-2 5-16 0,-4-6 0 16,1 1-112-16,-1 0 0 0,0-7-16 15,-2-2 0-15,2-3-336 0,1-6-64 0,-3 1-16 0,2-10 0 16,3 1-464-16,-3-5-112 0,3-4-16 0,1-4 0 16,-1-5-1408-16,0-1-304 0,2-8-48 15,0-2-16-15,2-3-1408 0,0-7-272 0</inkml:trace>
  <inkml:trace contextRef="#ctx0" brushRef="#br0" timeOffset="90668.61">17399 6037 17503 0,'6'0'768'0,"-1"-3"176"0,2-1-752 0,1 4-192 16,-2-2 0-16,-3 2 0 0,2 0 256 0,4-3 32 16,5 3 0-16,0 0 0 0,-2 5-80 0,-3 7-16 15,-4 2 0-15,-1 4 0 0,-4 4 1040 0,-6 3 208 16,3 3 32-16,-2 3 16 0,-4 4 112 0,2 3 0 15,0-1 16-15,-2 3 0 0,1 0-656 0,-1 2-128 16,2-1-16-16,-2 6-16 0,1-1-544 0,2 2-128 0,-4 1 0 0,1-2-128 16,0 2 0-16,1 0 0 15,4 0 0-15,-5-6-144 0,4 2-112 0,2-3-32 16,-1-5 0-16,3-2 0 0,2-4 112 0,3-1 32 0,1-8 0 0,4-4 0 16,5-5-96-16,1-7-16 0,3 1 0 0,4-6 0 31,-22-1-448-31,0 0-112 0,0 0-16 0,110-19 0 0,-110 19 48 0,0 0 0 0,101-38 0 0,-101 38 0 15,84-35 384-15,-84 35 80 0,94-42 0 0,-94 42 16 16,80-52 64-16,-80 52 16 0,58-47 0 0,-37 23 0 16,-7-1 48-16,-2-1 16 0,-7 2 0 0,-2-1 0 0,-1 3 160 0,-2-1 0 15,-2 2 0-15,-1 2 0 0,-1 2 0 0,-3-1 144 16,-1 4-144-16,-1-1 160 0,0 6 256 0,1 0 48 16,-1 4 16-16,0 5 0 0,-3 5 192 15,2 4 32-15,-1 3 16 0,1 5 0 0,1 4 144 0,-5 4 32 16,5 4 0-16,1 8 0 0,-5 5 192 0,5 3 32 15,2 4 16-15,-2 3 0 0,8 0-496 0,0-10-80 16,8-4-32-16,10-10 0 0,3-16-528 16,-21-12-144-16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ax="30347" units="cm"/>
          <inkml:channel name="Y" type="integer" max="20231" units="cm"/>
          <inkml:channel name="F" type="integer" max="65535" units="dev"/>
          <inkml:channel name="T" type="integer" max="2.14748E9" units="dev"/>
        </inkml:traceFormat>
        <inkml:channelProperties>
          <inkml:channelProperty channel="X" name="resolution" value="1000.23071" units="1/cm"/>
          <inkml:channelProperty channel="Y" name="resolution" value="1000.04944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4-01-08T21:13:25.698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1111 3621 11967 0,'-12'5'1072'0,"5"2"-864"0,7-7-208 0,0 0 0 16,0 0 336-16,0 0 32 0,0 0 0 0,-10 28 0 31,1-14-1120-31,0 4-208 0,2-3-64 0,7-15 0 0,-15 33 1376 0,15-33 272 0,-11 34 48 0,11-34 16 0,-12 33 976 0,12-33 208 16,-5 38 48-16,5-38 0 0,2 37-496 0,-2-37-80 16,0 0-32-16,0 0 0 15,50 48-1312-15,-50-48-432 0,0 0 0 0,80 18 0 16,-80-18-1136-16,70 7-224 0,-70-7-64 0,80 1 0 15,-80-1 864 1,92 13 160-16,-92-13 48 0,93 22 0 0,-93-22 784 0,85 32 192 0,-85-32 32 0,89 34 0 0,-89-34 192 0,91 40 32 16,-91-40 16-16,101 41 0 15,-42-21-848-15,5 3-160 0,10-2-32 0,1-2-16 16,0 2-752-16,-2 0-128 0,-2 3-48 0,1-3 0 16,-3 2 16-16,5 3 0 0,-3-3 0 0,4 3 0 0,0 0 992 0,-4 0 208 15,-6 0 48-15,-3-3 0 0,-4-1 944 0,-1 1 192 16,4-2 32-16,2 2 16 0,0-1-224 0,7 3-64 0,5-6 0 0,0 7 0 15,-1 0-304-15,-4 0-64 16,2 6-16-16,-6-1 0 0,0 0 496 0,0-1 80 0,0 1 32 16,1 4 0-16,4 0 256 0,2 1 48 15,0 5 16-15,-5-8 0 0,-1-2-480 0,-1-3-112 16,-3 1-16-16,-2-1 0 0,5 2-432 0,0-4-144 0,6-3 0 16,-3-6-5056-16,3-3-1088 15</inkml:trace>
  <inkml:trace contextRef="#ctx0" brushRef="#br0" timeOffset="552.75">4645 3714 20271 0,'-28'10'1792'0,"8"-1"-1424"0,20-9-368 0,-18 12 0 0,18-12-128 0,0 0-112 0,-40 26-16 0,0 2 0 47,-9 5-1616-47,-8 4-336 0,-1-3-64 0,1-2-16 0,-1-6 880 0,2 0 160 0,2-3 32 0,-3 3 16 16,6-4 3248-16,1 5 640 0,-2 4 128 0,3-5 16 15,-5 5 112-15,1 1 0 0,-4-3 16 0,-9 8 0 16,-7 6-1216-16,-8-2-240 0,-4 2-48 0,-7 1-16 16,-1 1-848-16,-13 5-160 0,1 4-48 0,-13 0 0 15,-9 4-176-15,-6 6-32 0,-1 11-16 0,-11 11 0 0,-4 9-160 16,-15 15 0-16,-12 7 0 0,-5 5 0 15,-1 7-784-15,3-6-48 0,10-8 0 0</inkml:trace>
  <inkml:trace contextRef="#ctx0" brushRef="#br0" timeOffset="31858.34">22312 5377 2751 0,'0'-2'256'0,"0"2"-256"0,0 0 0 0,0 0 0 0,0 0 192 0,0 0 0 15,-2 0 0-15,2 2 0 0,0-2 784 0,0 3 160 16,0 3 16-16,-4-3 16 0,4 2-16 0,0-1 0 16,0 1 0-16,4-1 0 0,-4-3-400 0,2 3-96 15,1-4-16-15,1 0 0 0,-1 3 80 0,2-1 16 16,1-2 0-16,-1 3 0 0,2 3 16 0,-5-3 0 16,5 6 0-16,-7-4 0 0,1 7-32 0,3 2 0 15,-4 0 0-15,-4 4 0 0,3 2 0 0,-3 3 0 0,-1 3 0 16,-4 2 0-16,2 2-112 0,-2 5-32 15,2 1 0-15,0 2 0 0,2-1 160 16,0 3 32-16,2-2 0 0,-1-1 0 0,2 1-192 16,2-1-48-16,0-2 0 0,0 0 0 0,2-6-224 15,2-4-48-15,-3 4-16 0,3-6 0 0,-1 3 16 0,-1-3 0 16,1-3 0-16,1 0 0 0,-4-3-256 0,0 0 144 16,0-1-144-16,0-5 128 0,-4 1-128 0,1-3 0 15,-2-4 0-15,0 0 0 0,1-2 0 0,-1 1 0 0,0-4 0 0,-4-4 0 16,0 1 0-16,0 1 0 15,-5-5 0-15,2 2 128 0,-5-4 64 0,-2 1 0 0,0-1 0 0,-1 0 0 16,-2 0-64-16,-3 1 0 0,1-1 0 16,0 0 0-16,-1 1-128 0,4 6-144 15,-5-2 144-15,7 4-208 16,0 0-1008-16,3 0-192 0,2 4-32 0,2-2-7840 0,3-2-1552 0</inkml:trace>
  <inkml:trace contextRef="#ctx0" brushRef="#br0" timeOffset="32200.96">22359 4710 13823 0,'-5'-4'608'0,"1"1"128"0,4 3-592 0,-3 0-144 16,1 0 0-16,2 0 0 0,-4 0 256 0,1 3 0 15,-2 3 16-15,-6 1 0 0,-1 6 864 0,-5 1 160 0,-4 9 48 0,1-2 0 16,-2 2 48-16,4-6 16 0,1 0 0 0,3-3 0 15,4-1-688-15,3-8-128 0,3-2-16 0,4 1-16 32,4-8-1328-32,1-1-256 0,4-2-48 0,1-2-9712 0</inkml:trace>
  <inkml:trace contextRef="#ctx0" brushRef="#br0" timeOffset="32719.12">23413 4309 16575 0,'-9'14'736'0,"4"-5"160"0,2 0-720 0,3-4-176 16,3-2 0-16,-3-3 0 0,5 4-256 0,4 1-64 0,0 0-32 0,5 7 0 15,-2 2-1296-15,-3 2-256 0,-1 0-48 0,-6 5-16 16,2 1 1712-16,-4 4 256 0,0 1 192 0,0 4-16 16,-4 4 1392-16,4 5 288 15,-2 0 48-15,2 7 16 0,0 2-432 0,0 5-80 16,-3 3 0-16,3 4-16 0,-5 9-320 0,1 1-64 0,-1 1-16 0,1-3 0 0,1 3-288 0,1-3-48 16,2 3-16-16,-3-3 0 15,3-2-320-15,0 4-64 0,0 4 0 0,-2-2-16 16,2-5-240-16,-2-7 0 0,2-4 0 0,-2-3 0 15,2-7 0-15,4-7-128 0,1-5-16 0,-1 0 0 32,3-7-976-32,0-2-192 0,1-3-32 0,-1-6-9312 0</inkml:trace>
  <inkml:trace contextRef="#ctx0" brushRef="#br0" timeOffset="33570.33">23500 4332 7887 0,'7'-5'336'0,"-3"1"96"0,-1 2-432 0,2-1 0 16,-1 3 0-16,1-4 0 0,4 3 1488 0,1-6 224 16,-10 7 32-16,0 0 16 0,91-35-432 0,-91 35-96 0,76-28-16 0,-76 28 0 15,91-26-672-15,-91 26-144 0,103-23-16 0,-103 23-16 16,115-21 144-16,-115 21 48 0,113-14 0 0,-113 14 0 16,108-12 16-16,-108 12 16 0,105-8 0 0,-105 8 0 15,120-14-272-15,-120 14-64 0,150-14-16 0,-150 14 0 16,157-13-240-16,-157 13 0 0,141-10 0 0,-141 10 0 15,124-9-192-15,-124 9 64 0,125-12 128 0,-125 12-208 16,131-17-48-16,-131 17 0 0,127-9 0 0,-127 9 0 31,103-5-192-31,-103 5-32 0,0 0-16 0,127 9 0 0,-127-9 176 0,0 0 48 0,101 17 0 0,-101-17 0 16,0 0 272-16,0 0 128 0,101 26-128 0,-101-26 192 0,0 0-192 0,0 0 128 16,0 0-128-16,75 40 0 0,-66-31 0 0,-2 1 0 15,1 2 0-15,-1-3 0 0,2 5 192 0,5-2-64 16,-3 6-128-16,1-4 192 0,2 3 384 0,1 4 80 15,-1 2 16-15,0-1 0 16,0 4-240-16,-2 2-48 0,2 2-16 0,-2 1 0 0,2 4 160 0,-1 0 48 16,1 1 0-16,0 5 0 0,3 2 32 0,0 1 16 15,4 1 0-15,-3 2 0 0,4 5-352 0,-2 2-64 16,0 7-16-16,-2 2 0 0,-1 0 640 0,-5 3 128 16,2 3 32-16,-5 3 0 0,-4 6-784 0,1 2-208 15,-1 7 0-15,-3-3 0 0,-1 1 0 0,-1-6 128 0,0-1-128 16,-1-10 0-16,-1-4 0 0,0-6 0 0,2-1-144 15,-3 1 144 1,3-1-1216-16,3-3-128 0,-3 4-16 0,0-6-16 0,0-5 848 0,-3-5 160 0,1-4 48 0,-2-1 0 16,4-2-32-16,-5-4 0 0,2 2 0 15,-3-2 0-15,3-3 352 0,-2-2 0 0,-1-3 0 0,3-6 0 16,-6-1-352-16,4-2 48 0,2-5 16 0,-4 1 0 16,0-1 96-16,-2-6 0 0,0 3 16 15,-3-3 0 1,-2-3-224-16,-3 0-48 0,-6 0-16 0,-1 0 0 0,-3-3 272 0,-6 1 48 0,-5-2 16 0,-6 1 0 15,-1 1 128-15,-7-1 0 0,1-1 0 0,1-1 128 0,-1 2-128 16,-1-3 0-16,-6 1 0 0,1 2 0 0,-1-3 0 0,-3 6 0 16,-5-3 0-16,-3 6 0 15,-8 3 0-15,7-3 0 0,4 6 0 0,-5-4 0 0,1 7 192 0,-5-7-16 16,3 4-16-16,-8 0 0 16,-3 3 352-16,-5-1 80 0,-4 2 16 0,0 3 0 0,3-5-416 0,0-3-192 15,-2-1 160-15,-3-5-160 0,-8 5 0 0,0-5 0 16,7 1 0-16,2 2 0 0,4-5 0 0,9-1 0 15,5-6 0-15,0-2 0 16,0 4 192-16,2-7 112 0,7-2 16 0,7-4-12064 0</inkml:trace>
  <inkml:trace contextRef="#ctx0" brushRef="#br0" timeOffset="37384.8">23577 6312 5519 0,'-4'4'496'0,"3"-1"-496"0,-3-1 0 0,2-2 0 0,1 0 416 0,-1 0-16 15,-7 0 0-15,0 0 0 0,-5 0-112 0,-1-2-32 16,4-1 0-16,-1-1 0 16,7 3 192-16,-2-6 16 15,5 1 16-15,-3 3 0 0,5-2 512 0,-2-4 96 0,4 7 32 0,-2-1 0 0,0-1-336 0,0 2-64 16,0 2-16-16,0 0 0 0,-2 0 64 0,1 2 16 16,1 5 0-16,0-2 0 0,-4 6-272 0,2 1-48 15,2 2-16-15,-3 2 0 0,3 1-16 0,0-1-16 16,-4 5 0-16,3 0 0 0,-3-2 64 0,4 3 16 15,-5 3 0-15,1-3 0 16,3-2-336-16,-1 0-160 0,0 3 160 0,2 0-160 16,-3 1 0-16,3-1 0 0,0 5 0 0,0-2 0 15,0 0 0-15,-2 3 0 0,2 3 0 0,-4-1 0 16,4 4 128-16,-5-4-128 0,2 8 0 0,-6-3 0 16,0 3-160-16,-5-3-128 0,2 4-32 0,2-5-10160 15</inkml:trace>
  <inkml:trace contextRef="#ctx0" brushRef="#br0" timeOffset="41157.39">27323 5239 7359 0,'0'4'656'0,"0"-2"-528"16,0-2-128-16,0 0 0 0,0 0 640 0,2 0 112 15,-2 0 16-15,0 0 0 0,0 3 96 0,0-3 32 16,-2 0 0-16,1 0 0 0,-5 0 416 0,3 0 96 16,-1 0 0-16,-1-3 16 0,-2 3-128 0,0 0-16 15,-1 0-16-15,-5 0 0 0,3 0-384 0,-2 0-80 0,-2 0-16 0,-2 3 0 16,-1-1-512-16,-1 1-96 15,3 2-32-15,-3 2 0 0,6-1-144 0,-7 2 0 0,1 6 0 0,-1 2 0 16,3-2 0-16,-1 3 0 0,5 1 128 0,1 1-128 16,4-2 256-16,2 6 32 0,0-2 0 0,5 2 0 15,0 3-96-15,5-4-32 0,0 4 0 0,4-3 0 16,3-2-160-16,2-2 0 0,7-1 0 0,-21-18 0 16,0 0 0-16,66 34 0 0,-66-34-176 0,0 0 176 31,84 9-720-31,-84-9-64 0,0 0-16 0,112-17 0 0,-112 17-928 0,87-26-192 0,-87 26-48 0,89-34-7152 15</inkml:trace>
  <inkml:trace contextRef="#ctx0" brushRef="#br0" timeOffset="41617.51">27768 4637 7359 0,'-12'7'656'0,"6"-6"-528"0,1 8-128 0,-2-5 0 0,5 1 864 0,2 2 144 0,-5 1 16 0,2 8 16 16,-6 9 752-16,-3 6 160 0,1 12 32 0,3 3 0 15,-1-3 80-15,4 3 32 0,1 2 0 0,4-1 0 16,0-3-960-16,0 1-192 16,4-1-48-16,1-1 0 0,-3-3-768 0,1 0-128 15,1-3 0-15,-3 1 0 0,3 2-192 0,-1-1 192 0,-3 1-192 0,6-4 192 31,-6 4-704-31,0-1-32 0,3 1 0 0,2-9 0 16,-1-1-784-16,1-8-144 0,4-4-48 0,-4-8 0 0,4-1 224 16,-1-6 32-16,4-6 16 0,-3-2 0 0,2-7 384 15,1 1 80-15,-2-1 16 0,3-6 0 0,-5-1 688 0,4-7 144 0,-3 0 128 0,2-5-192 16,1-4 320-16,-2 0 64 0,2 0 16 0,-3-1 0 0,3-3 208 0,2 3 32 16,-3 1 16-16,4-2 0 15,-1 2 432-15,0 1 64 0,2 4 32 0,1 4 0 0,3 7-80 16,-20 19-16-16,0 0 0 0,0 0 0 0,0 0-80 0,0 0-32 15,0 0 0-15,78 28 0 0,-78-4 416 16,2-1 80-16,-4 8 0 0,2 0 16 16,-3 1-128-16,-3 3-16 0,3-1-16 0,-2 1 0 0,-2 2-864 15,0-2-272-15,0-1 160 0,1 1-160 0,-1-3 0 0,2-1 0 16,2-1 0-16,3-8-9376 0,2 1-1840 0</inkml:trace>
  <inkml:trace contextRef="#ctx0" brushRef="#br0" timeOffset="42083.38">28606 5267 16575 0,'0'4'1472'0,"0"-1"-1168"0,2-3-304 0,1-3 0 0,1 3 576 0,-3-4 48 15,6 4 16 1,-3-2 0-16,3-1-640 0,0-2-240 0,-7 1 16 0,-4 1 0 0,-1 3 224 0,-7 0 0 15,1 0 0-15,-1 3 0 16,-2 2 928-16,-1 4 128 0,1 0 32 0,-4 3 0 16,1 2-320-16,-2 0-64 15,1 7-16-15,-4 0 0 0,1 3-496 0,1 2-192 0,3 4 128 0,5-2-128 16,-2 1 0-16,5 3 0 0,0-1-144 0,4-5 144 31,3 4-496-31,2-8 16 0,2 5 0 0,3-8 0 16,1-2-112-16,2-1-32 0,5-6 0 0,1-1 0 15,-1-4 144-15,5-1 32 0,-18-4 0 0,0 0 0 0,0 0-336 16,0 0-64-16,101-23-16 0,-84 11 0 0,-17 12 256 0,0 0 48 16,58-51 16-16,-41 30 0 0,1-5-192 0,-1 0-32 0,-3 4-16 15,0-5 0-15,-2 1-368 0,-3 0-64 0,0 0 0 16,-8-2-16-16,3-1 304 0,-4 4 64 0,0-1 16 0,0 0 0 16,0 3 976-16,0 2 192 0,0 9 32 0,-4 3 16 0,3 9 864 0,1 0 176 15,-6 7 48-15,3 4 0 0,-2 1 144 0,1 2 48 16,-3 3 0-16,0 6 0 0,4-2-96 0,-4 7-16 15,2 1 0-15,-1 3 0 0,1-1-496 0,2 4-96 16,-1-4-32-16,2-5 0 0,4 1-912 0,2-5-176 16,1-4-32-16,2-1-10608 0</inkml:trace>
  <inkml:trace contextRef="#ctx0" brushRef="#br0" timeOffset="42485.71">29055 5213 6447 0,'0'9'272'0,"2"0"80"0,0-4-352 0,0 2 0 0,1-2 0 0,-3 0 0 16,0 0 176-16,0 8-48 0,2 4 0 0,-2 6 0 16,-2 8 1520-16,-3 4 288 0,-2 0 64 0,-2 0 16 0,-1 1-32 0,-2-1-16 15,-2 0 0-15,0 0 0 0,2-4-1168 0,-1 0-224 16,3 1-64-16,1-8 0 0,6-5-320 0,3-1-64 15,0-6 0-15,3-3-128 16,2-4-896-16,4-5-272 0,0-4-64 0,0-1-16 16,-1-7 32-16,3-2 16 0,1-5 0 0,0-6 0 15,2-2 784-15,-2-3 160 0,2 2 16 0,0-3 16 0,-3-2 224 0,-1 1 0 16,1-3 0-16,1-1-144 16,-4 1 416-16,1-2 96 0,0-4 16 0,0 4 0 0,-2-1 256 0,-1-2 48 15,5-6 16-15,-1 3 0 0,4 6-528 16,-5 4-176-16,5 9 0 0,-5 3 144 0,-1 4 256 0,3 4 48 15,-1 8 16-15,1 0 0 0,3 5 1008 0,0 2 208 16,-14-2 48-16,0 0 0 0,0 0-304 0,59 38-48 16,-50-21-16-16,1 3 0 0,2 0-976 0,-3 1-208 0,0-2-48 0,-4-1 0 15,4-4-640-15,-1-2-128 0</inkml:trace>
  <inkml:trace contextRef="#ctx0" brushRef="#br0" timeOffset="54585.95">24326 5483 7359 0,'-3'0'656'0,"3"0"-528"16,3 0-128-16,-3 0 0 0,2 0 1088 0,0 0 176 15,-1 0 32-15,3 0 16 0,1 4-704 0,-1-4-144 0,-3 0-16 0,3 0-16 16,-4 3 128-16,-4-1 16 0,3-2 16 0,1 0 0 16,-4 0 496-16,4-2 80 15,0-1 32-15,0-6 0 0,4 5-576 0,-8-4-112 16,4 3-32-16,0-4 0 0,-2 0-480 0,1 0 128 0,-1 1-128 0,-2-1 0 16,-1 4 128-16,0-4 0 0,-2 0-128 0,2 4 192 15,-4-4 176-15,0 4 16 0,-3-2 16 0,2 2 0 16,-4 0-208-16,1-2-32 0,0 5-16 0,-5-1 0 15,1 3-144-15,1 0 0 0,0 0 0 0,-1 5 0 16,-1-2-176-16,1 6 176 0,0 5-128 0,-1-2 128 16,1 2-208-16,3 0 32 0,-4 3 16 0,6 1 0 15,2-1 352-15,-2 1 64 0,3 3 0 0,4-2 16 16,-4-2 144-16,5 6 32 0,1-2 0 0,1 5 0 0,-3-4-272 16,5 5-48-16,-4 0-128 0,4 0 192 0,0-5 96 0,4-1 16 15,-4 2 0-15,5-1 0 16,-1-4 16-16,4-1 16 0,-8-17 0 0,0 0 0 0,0 0-336 0,0 0 144 15,74 44-144-15,-74-44 0 0,0 0 0 0,0 0-256 16,81-19 32-16,-81 19 0 16,44-33-176-16,-21 10-48 0,3 0 0 0,-4-3 0 0,-1 0 128 0,4-5 32 15,-3 1 0-15,3-1 0 0,-6 5-16 0,2-2 0 16,-7 5 0-16,0-1 0 16,-2 4-80-16,0-2-32 0,-3 1 0 0,-4 0 0 0,0 2 208 0,1 5 32 15,-3 2 16-15,1 0 0 0,-4 3 160 0,1-2 0 16,1 8 0-16,0 1 0 0,1 4 0 0,-3 1 128 0,2 3-128 0,-2-1 0 15,0 7 128-15,0 0-128 0,2 2 160 16,-2 0-160-16,0 0 416 0,1 3-16 16,-1 1 0-16,0-2 0 0,-1-1-80 0,-1 3 0 15,0 3-16-15,2-1 0 0,-5 0 288 0,3 2 64 0,1 4 16 0,-5 6 0 16,3-3 176-16,-4 6 48 0,5-3 0 16,-7-1 0-16,6 0-400 0,1-1-80 0,-1 1-16 0,3 1 0 0,0-6-400 15,3 0 0-15,2 0 0 0,-1-3 0 16,3 3-320-16,0-4 0 0,2 1 0 0,-1-2 0 15,1 2-944 1,0-1-176-16,1 8-32 0,-1-2-16 16,0 5 16-16,-1 0 0 0,-1 2 0 0,0-1 0 0,2 1-512 0,-2-3-112 0</inkml:trace>
  <inkml:trace contextRef="#ctx0" brushRef="#br0" timeOffset="55062.08">24842 5457 1839 0,'-9'0'0'0,"4"0"160"31,3 0-160-31,0-2 0 0,2 2 0 0,0-3 0 0,0 3 0 0,0 0 128 0,-5 0-128 0,2-5 128 15,-1 1 592-15,-1-5 112 16,2 4 32-16,-1 0 0 0,2-4 528 0,2 1 96 16,-3-1 32-16,3 0 0 0,3-3-496 0,-3 7-80 0,0-4-32 0,2 4 0 15,5 1 96-15,-5 1 16 0,5 6 0 0,-4-3 0 0,4 6 704 0,0-3 128 32,2 6 48-32,0-1 0 0,1 3-256 0,2-2-48 0,0-1-16 0,2 1 0 0,-14-9-768 0,0 0-160 15,0 0-16 1,84 16-16-16,-84-16-624 0,0 0 0 0,80-7 0 0,-80 7 0 15,0 0-384-15,87-23-128 0,-87 23-48 16,0 0 0-16,89-35 240 0,-89 35 32 0,0 0 16 0,66-22 0 16,-66 22 272-16,0 0 0 0,0 0 0 0,0 0 0 15,0 0 384-15,0 0-32 0,0 0 0 0,0 0 0 16,35 61 320-16,-42-39 64 0,-1 1 16 0,-1 8 0 16,-2 2-304-16,3 4-64 0,-1 3-16 0,-3 3 0 15,1 6-64-15,3 3-16 0,-1 1 0 0,0 1 0 16,1 3 288-16,-5 1 64 0,5-1 16 0,-3 1 0 0,-1-1-272 15,-2-5-64-15,0 2-16 0,4-7 0 16,-1-7-576-16,6-3-112 0</inkml:trace>
  <inkml:trace contextRef="#ctx0" brushRef="#br0" timeOffset="132690.6">22502 8199 6447 0,'-2'0'576'0,"2"0"-576"0,0 0 0 0,0 0 0 0,-4 0 624 0,3 0 16 15,-3 3 0-15,-5-1 0 16,-1 1 64-16,-2 1 32 0,3-3 0 0,-5-1 0 16,5 4-16-16,1-4 0 0,4 3 0 0,-1-3 0 15,2 0 288-15,3-3 48 0,-4 3 16 0,4 0 0 16,4 0-496-16,-4 0-112 0,3 0-16 0,-1 0 0 15,1 3-16-15,1-1-16 0,-3 5 0 0,-1-2 0 16,0 1 96-16,0 2 32 0,-1 1 0 0,1 3 0 0,0 2 32 0,-4 4 0 16,-1 4 0-16,2-1 0 0,-3 2-224 0,-1 5-32 15,2 1-16-15,0 3 0 0,-2 2-48 0,2 3 0 16,-1-2 0-16,3 8 0 0,-1-3 80 0,3 4 16 16,-3 5 0-16,4 0 0 0,-1-1 32 0,1 5 0 15,1 1 0-15,3-2 0 0,-3-3-160 0,1 3-32 16,-2-3 0-16,0-1 0 0,2-4-192 0,1-4-128 15,-3-2 128-15,2-6-208 16,2-5-1280-16,-1-2-256 0,1-6-48 0,1-5-9728 16</inkml:trace>
  <inkml:trace contextRef="#ctx0" brushRef="#br0" timeOffset="133123.44">22941 8592 11967 0,'-16'16'528'0,"9"-11"112"0,0 4-512 0,2-6-128 0,0-1 0 0,1 1 0 16,-1-3 0-16,-4 6 0 0,-8 2 0 0,-4 1 0 15,-2 5-224-15,-3-2 32 0,3 0 0 0,-3-1 0 16,4-2 864-16,1 3 176 0,-2-2 48 0,2 2 0 0,2 2 160 0,-4-1 32 15,2 4 16-15,-1 2 0 0,1-1-544 0,2 2-112 16,-4 0-32-16,2 1 0 0,2-1-112 0,0 0-32 16,0 2 0-16,5-1 0 0,-4-3 64 0,4-5 16 15,2 5 0-15,3-9 0 0,1 3 176 0,4-7 48 16,3 0 0-16,2 2 0 0,3-5 0 0,1 1 16 16,7-3 0-16,-1 0 0 0,4 0 64 0,4 0 16 15,-19 0 0-15,0 0 0 0,0 0 160 0,122-12 16 0,-122 12 16 16,0 0 0-16,115 0-224 0,-115 0-64 0,0 0 0 0,102 21 0 15,-102-21-272-15,0 0-64 0,80 35-16 0,-58-21 0 16,3 0-224-16,-3 3 0 16,-2 1 128-16,0-1-128 0,0 1 0 0,-5 1 0 15,1-2 0-15,-4 4 0 0,2-4 0 0,2 3 0 16,0 0-128-16,1-2 128 16,2-1-832-16,4-3-96 0,-1-2-32 0,-22-12-13456 0</inkml:trace>
  <inkml:trace contextRef="#ctx0" brushRef="#br0" timeOffset="135247.81">23863 7913 911 0,'-18'7'0'0,"4"-5"0"0,2 1 0 0,3-3 0 0,4 4 480 0,2-4 16 0,-6 1 0 0,-5-1 0 16,-7 4 272-16,-5-4 64 0,-2 0 16 0,2 0 0 15,0 0 144-15,3 0 32 0,6-4 0 0,-1 4 0 16,4-1-80-16,0-3-16 0,2 1 0 0,3-3 0 15,-3 1-160-15,7-2-16 0,-4 2-16 0,4 1 0 16,0-1-368-16,1 5-80 0,4-1-16 0,-5 1 0 16,3 0-112-16,1 1-32 0,-3 3 0 0,2 1 0 15,-1 0 304-15,3 4 48 0,0 0 16 0,-4-1 0 16,4 5 272-16,0 0 48 16,4 5 16-16,-1-4 0 0,3 7-112 0,-1 0-16 0,4 3 0 15,-1 2 0-15,1-3-256 0,-4 3-64 0,4 7-16 16,-2 0 0-16,0 2-96 0,0 5-16 15,-4 0 0-15,3 4 0 0,-5-1 176 0,3 1 16 0,-1 1 16 0,-3 2 0 16,0-2-16-16,0 2-16 0,0 2 0 0,-3 0 0 16,1 3-176-16,0-1-16 0,1 4-16 0,-3-1 0 15,2 4 112-15,-1 3 32 0,3 5 0 0,-5-3 0 16,3 1 16-16,0-5 0 0,2 6 0 0,0-6 0 16,2 0-176-16,0-5-16 0,3 0-16 0,-5-2 0 15,3-5-176-15,-1-5 0 0,2 2 0 0,-3-4 0 16,3 0 0-16,1-10 0 0,-1-3 0 0,-1-6 0 15,2 0 0-15,0-7 0 0,2 4 144 0,-1-8-144 16,2-1 0-16,1-2 0 0,-4-2 0 0,4 0 128 16,-2 2-128-16,3-5 0 0,-4 1 0 0,1 3 0 15,0-3 0-15,0-1 0 0,1 1 0 0,1 2 0 0,0-1 0 16,5 1 192-16,-6-1-64 0,5 1 0 0,1-2-128 16,-4 3 0-16,2 1 128 0,6-2-128 0,-4 0 0 15,6 2 0-15,0-2 0 0,-20-5 128 0,0 0 0 0,0 0 0 16,113 18 0-16,-113-18 0 0,0 0 0 0,106 5 16 0,-106-5 0 0,0 0 0 15,101 5-16-15,-101-5 0 0,0 0 0 16,115 9 0-16,-115-9 16 0,0 0 0 16,127 3 0-16,-127-3 0 0,89 5-144 0,-89-5 192 0,101 7-192 0,-101-7 192 15,101 9-16-15,-101-9 0 0,91 14 0 16,-91-14 0-16,85 19 0 0,-85-19 0 0,89 21 0 0,-89-21 0 0,93 26-48 0,-93-26-128 31,103 14 192-31,-103-14-64 0,109-3-128 0,-109 3 0 16,110-19 0-16,-110 19 0 0,98-23 0 0,-98 23 0 15,0 0 0-15,109-30 0 0,-109 30 0 0,0 0 0 16,93-17-176-16,-93 17 176 0,0 0 0 0,0 0 0 0,92-18 0 0,-92 18-128 16,0 0 128-16,0 0 0 0,0 0 0 0,103-22 0 15,-103 22 0-15,0 0 0 0,0 0 0 0,96-32 0 0,-96 32 0 0,0 0 0 0,0 0-176 0,103-38 176 16,-103 38-352-16,0 0 32 16,0 0 0-16,89-33 0 15,-69 26 32-15,-2 2 16 0,-4 1 0 0,-2 4 0 16,-3-1 144-16,-4 1 128 0,-2 1-192 0,-1-1 192 15,-2 4-160-15,-3-4 160 0,1 5-128 0,-7-1 128 16,0 1-128-16,-3-2 128 0,2 1-128 0,-2-2 128 16,-1-2-288-16,3-6 32 0,-4 3 0 0,5-8 0 15,1-4-64-15,-5-3 0 0,8-4 0 0,-4-5 0 16,4-4 768-16,2-9 128 0,-1-3 48 0,8-3 0 16,-4-3-1520-16,3-3-288 0,2 0-64 15,-3 0-16-15,5 3 960 0,-7 0 304 0,4 0-160 0,-3 4 160 0,3-4 0 16,-4-1-160-16,0 1 160 0,0-5 0 0,0 2 0 0,0 0-128 15,0-2 128-15,0 0 0 0,0 1 0 0,2-2 0 16,-1 1 0-16,1 1 0 0,2-1 0 0,-4-7 0 16,0-1 0-16,0 1 0 0,0-5-192 0,0 5-48 15,0 7 0-15,0 1 0 16,-4 5-208-16,4 4-64 0,-2 4 0 0,1 5 0 0,1 7 320 0,0-1 192 16,0 3-208-16,-2 3 80 0,2 4 128 0,0-2 0 0,0-2 0 15,0 6 0-15,-4-1 0 0,1 6 128 0,1-2-128 0,-3 6 0 16,1-1 0-16,-4 4 0 0,-1 1 0 0,0-1 128 15,4 1 32-15,-4 3 16 0,1-3 0 0,-1 1 0 16,0-3 16-16,1 3 16 0,-1-2 0 0,0 0 0 16,0-4-208-16,-3 0 0 0,2 4-192 0,-6-4 192 15,0 0-256-15,-5 1 64 0,1-1 16 0,-5 2 0 16,-1-2 176-16,0-1 0 0,-5 1 0 0,-1 4-128 16,-3-4 128-16,-5 1 0 0,-2 1 160 0,-3-2-160 15,2 4 128-15,-6-4-128 0,0 4 0 0,-9 1 144 16,3-1-144-16,-5 0 0 0,3 1 144 0,-1-4-144 0,6 4 0 0,-4-5-288 15,2 1 48-15,0-1 16 16,2-5-464-16,0 5-80 16,0-5-32-16,-6 2 0 0,-1 4 128 0,-2-6 32 0,3 5 0 0,1-2 0 0,-1-1 304 0,2-2 64 15,2-1 16-15,0 1 0 0,2 3 64 0,-4-1 0 16,2 9 16-16,0 1 0 16,-7 4-1232-16,-3 6-256 0</inkml:trace>
  <inkml:trace contextRef="#ctx0" brushRef="#br0" timeOffset="136207.31">24675 8420 11967 0,'-4'3'1072'0,"1"-3"-864"0,1 0-208 0,2-3 0 15,2 3 368-15,-4-5 16 0,-5 1 16 0,-4-5 0 16,-1 1-400-16,-5-6 0 0,1 3 0 0,-1-1 0 16,1 3 0-16,2 1 0 0,-3-1 144 0,3 0-16 15,0 0 640-15,-2 1 128 0,2-1 16 0,2 7 16 16,2-1-352-16,-4 6-64 0,1 3 0 0,-1 2-16 15,1 3-48-15,0 6 0 0,-2 1 0 0,1 2 0 16,0 3-16-16,0 3-16 0,2 6 0 0,1-1 0 16,2-1 64-16,1 1 16 0,1-2 0 0,2-1 0 15,-1-2-128-15,6-5-32 0,0-1 0 0,0-8 0 16,9-2-336-16,-4-6 128 0,7-1-128 0,2-6 0 0,0-3 0 0,4-1 0 16,-6-1 0-16,4-1 0 0,1-5-272 0,-1 0 16 15,-2-3 16-15,0-1 0 0,0 1 240 0,-2 0-144 16,2-1 144-16,-2 1-128 0,-3-2 128 0,3 5-160 15,-7-2 160-15,4-1-160 16,-4 3-464-16,0 0-80 0,2 1-32 0,-5 5 0 16,0-1-512-16,-1 7-96 0,3-1-32 0,-4 6 0 15,0 3 624-15,0 7 128 0,-4 3 32 0,3 3 0 0,-3 4 1072 0,1 7 224 16,-1 1 32-16,2 4 16 0,-4 1 736 0,0 8 160 0,1-1 16 0,0 3 16 16,-2 1-496-16,-2 1-96 0,4 6-32 0,-6-1 0 15,3-1-32-15,1 0-16 0,2-1 0 0,-1-3 0 16,3 0-176-16,-2-8-48 0,3 0 0 0,4-2 0 15,-1-5-624-15,3 0-160 0,-1-5 0 0,3-5 0 16,-3-6-464 0,4 0-128-16,0-4-32 0,2-5 0 0,5-6-1424 0,-2-2-304 0,-2-2-48 0,2-6-8704 15</inkml:trace>
  <inkml:trace contextRef="#ctx0" brushRef="#br0" timeOffset="136652.54">24999 8512 10127 0,'-7'-2'448'0,"3"-1"96"0,1 3-544 0,1-4 0 0,2 4 0 0,0 0 0 16,0 0 320-16,0-1-64 0,0-3 0 0,2 4 0 15,1 0 880-15,3 0 160 16,-1 4 48-16,5-4 0 0,4 1 784 0,-2-2 176 0,4-3 16 0,0 1 16 15,3 1-848-15,2-5-160 16,1 2-48-16,-2-1 0 0,-20 6-640 0,0 0-144 0,0 0-32 0,0 0 0 16,108-6-320-16,-91 9-144 0,2 2 128 0,-1 4-128 15,-4 0 0-15,-2-1 0 0,-3 1 0 0,-1 5 0 16,-4-2 0-16,1 2 0 0,-3 4 0 0,1-1 0 16,1-3 0-16,-3 2 0 0,6-3 0 0,-3 0 0 15,6-3 0-15,-1 4 0 0,0-2 0 0,1 2 0 0,-1 4 0 16,0-1 0-16,-1 0 0 0,-1 1 0 15,2-1 0-15,-4 6 0 0,0 0 0 0,2 1 0 0,-1-1 304 0,-6 3 176 16,1 0 32-16,-2 2 16 16,-3-2 48-16,-1 5 16 0,-7-1 0 0,1 1 0 15,-4 6-288-15,-5-2-64 0,3-1-16 16,-9 1 0-16,3 0-224 0,-3 0 0 0,0-2 128 0,3 2-128 0,1 0 0 0,4-4 0 16,1-1 0-16,5-3 0 15,3-6-592-15,7-3-176 0,7-8-16 0,8-10-14208 0</inkml:trace>
  <inkml:trace contextRef="#ctx0" brushRef="#br0" timeOffset="139099.54">27160 8930 9215 0,'0'0'816'0,"0"-3"-656"15,3 3-160-15,-3 0 0 0,0-2 0 0,-3-2 0 16,1 4 0-16,-2-3 0 0,-4-2-352 0,-1-1 48 0,-5 3 16 0,-3-1 0 31,-1 8 480-31,1-1 112 0,-4 3 16 0,2-1 0 0,1 4 944 16,-3-1 192-16,4 4 32 0,1-1 16 0,4 1-352 0,-2 2-80 16,2 3-16-16,1 1 0 15,4-1-480-15,2 6-80 0,0 0-32 0,1 3 0 0,6 0 224 0,2 0 32 0,3 0 16 0,0-3 0 31,1-2 16-31,5-2 0 0,-1 2 0 0,2-4 0 0,3-3-432 0,2-5-96 0,2-1-16 16,-21-8 0 0,0 0-640-16,0 0-128 0,96 4-16 0,-96-4-16 0,0 0-1520 0,94-30-288 15,-94 30-64-15,79-34-5728 0</inkml:trace>
  <inkml:trace contextRef="#ctx0" brushRef="#br0" timeOffset="139599.97">27543 8352 13823 0,'-5'14'1216'0,"1"0"-960"0,8-2-256 0,-4-3 0 16,5-4 640-16,-2 0 96 0,3 4 16 0,6 3 0 16,2 7-752-16,3 11 0 0,1 5-240 0,-8 5 64 15,2 0-16-15,-8 0-16 0,1 0 0 0,-5 3 0 16,0 1 1104-16,-5 1 240 0,1 2 32 0,-1 2 16 16,2 0-368-16,-6-1-80 0,0 1-16 0,0-2 0 15,1-3-528-15,-1-8-192 0,4-4 0 0,-2-6 144 0,5-9-144 0,2-3-224 16,2-5 48-16,1-6 16 15,3-6-848-15,0-2-160 0,3-7-48 0,0-6 0 16,0 1-288-16,1-2-64 0,2-8-16 0,-1 5 0 16,-1-4 880-16,4-4 160 0,0 2 32 0,-2 2 16 0,2-4 496 0,-2 6 0 15,2-2 128-15,-5 0-128 0,2 3 672 0,1-1 32 16,-4 1 0-16,1 6 0 16,0 3 160-16,0 2 32 0,-4 6 16 0,4 6 0 0,-6 0-240 0,2 9-48 15,-1 0-16-15,1 5 0 0,-2 0 592 0,3 7 112 16,-5 1 32-16,1 8 0 0,3-2 144 0,-1 1 48 15,1 3 0-15,-1 2 0 0,1-2-384 0,-2-1-80 0,3 4-16 16,-1-4 0-16,0-5-704 0,2-3-144 16,-2-2-16-16,4-4-16 15,0-3-1024-15,1 0-208 0,2-7-32 0,2-5-12464 0</inkml:trace>
  <inkml:trace contextRef="#ctx0" brushRef="#br0" timeOffset="140036.04">28439 8873 16575 0,'-6'5'1472'0,"-1"-2"-1168"0,2-1-304 0,3-2 0 0,1 0 1424 0,-1 4 240 16,-7 1 32-16,-5 2 16 16,-7 3-1264-16,-1 2-256 0,-4 2-64 0,-2 0 0 0,2 4 128 0,-1-1 0 15,3 0 16-15,1 1 0 16,1-1 1088-16,3 4 224 0,6-2 32 0,-2 4 16 0,4-2-592 0,3 2-112 15,-1 3-32-15,4-4 0 0,1-1-640 0,4 2-256 16,4 0 176-16,-3-3-176 16,6 0 0-16,2-3 0 0,5 0 0 0,0-4 0 15,3-5-560-15,4-2-48 0,2-6-16 0,-2-4 0 16,1 2-1104-16,-22 2-208 0,0 0-48 0,81-35-16 16,-81 35-368-16,0 0-80 0,78-60-16 0,-55 33 0 15,-1 3 976-15,-1-2 192 0,-3-4 32 0,-3 4 16 0,1-2 784 16,-6-1 144-16,3 3 48 0,-5-1 0 15,-2 5-304-15,-1-4-64 0,2 0-16 0,-7 3 0 0,3 5 656 0,-1 5 0 16,-2 0 0-16,4 8 0 0,-4 5 944 0,-4 4 208 16,4 1 64-16,-2 4 0 0,1 4 464 0,-1 8 112 15,-3 2 0-15,1 0 16 0,-3 3-32 0,5 5-16 0,-5-1 0 0,2 5 0 16,3-4-496-16,-1 0-112 16,-2 1 0-16,1-6-16 0,4-4-960 0,0 5-176 15,4-7 0-15,-4 0 0 0,5-3-1824 16,0-5-240-16,2 0-48 0,2-3-8416 0</inkml:trace>
  <inkml:trace contextRef="#ctx0" brushRef="#br0" timeOffset="140405.57">28960 8846 11967 0,'-9'23'528'0,"4"-5"112"0,1-1-512 0,2-3-128 0,2-5 0 0,0-2 0 15,0 3 0-15,-3 11 0 0,0 10 0 0,1 9-176 16,-5 9-592-16,0-2-112 0,3-5-16 0,-1-7-16 31,3 0 1360-31,2-6 288 0,2-4 48 0,3-1 16 0,1-7 208 0,-1-3 32 16,2-3 16-16,1-4 0 0,-2-2-1056 0,-3-5-256 0,2-4-16 0,-5-1-16 16,2 0-800-16,-2-7-176 0,2-2-16 0,-2-4-16 31,0 1 576-31,-2-6 112 0,2-3 32 0,-2-3 0 0,-1-3 752 0,1 1 144 15,-1-9 48-15,3 5 0 0,-6-1 256 0,6 1 48 16,0 0 16-16,0 0 0 0,6 4-48 0,-3-1 0 16,6 3 0-16,1-3 0 0,4 1 656 0,4 5 128 15,3 3 32-15,-2 2 0 0,0 4-832 0,-19 17-176 16,0 0-16-16,0 0-16 0,0 0 256 0,0 0 48 16,98 0 16-16,-90 9 0 0,1-1 416 0,0-1 96 15,-1 0 16-15,1 0 0 0,2-5-1264 0,1 1-320 16,-2-3-16-16,8-3-11504 0</inkml:trace>
  <inkml:trace contextRef="#ctx0" brushRef="#br0" timeOffset="145801.59">22420 3120 8287 0,'0'-6'736'0,"1"3"-592"0,3-2-144 15,-4 1 0-15,3 2 0 0,-3-4 0 0,6-5 0 16,-3-3-176-16,4-7 176 0,0 0 0 0,-5 6 160 15,1-1-160-15,1 2 1440 0,-4 2 192 0,2 7 32 0,-1-4 16 16,-1 5-80-16,-1 4 0 0,-1 0-16 0,-3 0 0 0,1 4-576 0,-3 1-112 0,0-1-32 0,4 1 0 16,-3-2-160-16,3 3-16 15,-2-3-16-15,5 2 0 16,0-5-288-16,5 4-48 0,-2-1-16 0,4-3 0 0,2 0-320 16,2 2 0-16,-3-2 0 0,1 7 0 15,1-2 0-15,-1 6 0 0,2 1 0 0,1 5 0 16,0 1 144-16,5 8 112 0,-8-4 32 0,5 1 0 15,0 7-288-15,0-2 160 0,2 1-160 0,-2 3 128 16,-2-1-128-16,-2 0 0 0,2-1 0 0,-1 1 0 16,1-1 0-16,0-2 0 0,2-2-144 0,0-4 144 0,2 1 0 0,0-2 0 15,4-4 0-15,-2 4 0 16,1-5 0-16,2 1 0 0,0 1 0 0,-2-1 0 0,2 1-192 16,2-4 192-16,-4 1-192 0,0-4 192 0,0 1-192 0,-1-2 64 15,-1-1 128-15,2 0-208 0,-1-6 208 0,-4 2 0 16,-2 2 0-16,0-5 0 0,-3 2-288 0,-1-4 32 15,-2 0 16-15,-6 0 0 0,3-4-16 0,-1-1-16 16,1 0 0-16,1-2 0 0,-3-4 272 0,3-3 0 16,-1-1 0-16,3-4 0 0,-3-2 0 0,2-6 0 15,-1 5 0-15,1-4 0 0,0 0 0 0,1-1 0 16,1-4 0-16,1-5 0 0,1 1 0 0,1-5 176 0,3-4-176 0,-3-3 160 16,6-2-32-16,-2-1-128 0,3-8 192 15,-3-3-64-15,2 6-128 0,-2-3 0 0,0 4 0 0,-4 9 0 31,1 7-640-31,-3 11-64 0,-3 8-16 0,-3 7-6448 0,-2 12-1280 0</inkml:trace>
  <inkml:trace contextRef="#ctx0" brushRef="#br0" timeOffset="146213.13">23058 3529 2751 0,'-7'9'256'0,"3"-4"-256"0,-1-2 0 0,5 1 0 16,-4-2 240-16,4-2 0 0,-5 0 0 0,2 3 0 15,-3-3 32-15,-2 4 16 0,-5-3 0 0,5-1 0 16,-1-1 1568-16,4-6 304 0,0 1 64 0,1-6 16 16,4-2-192-16,4-8-16 0,1 1-16 0,0-5 0 15,4-2-1072-15,-2-4-224 0,0 1-32 0,0-2-16 16,-2 2-464-16,0-9-80 0,2-4-128 0,-5-5 176 16,5-5 192-16,-7-3 32 0,2-8 16 0,-2-1 0 0,0 0 32 15,-2-6 16-15,-2-6 0 0,-4-5 0 0,-3-3-336 16,-1-3-128-16,-2-3 0 0,-2 0 0 31,-3 5-592-31,2 1-224 0,-6 8-32 0,6 3-16 0,-4 5-208 0,2 4-32 0,3 7-16 0,2 7 0 31,5 5-672-31,-1 5-128 0</inkml:trace>
  <inkml:trace contextRef="#ctx0" brushRef="#br0" timeOffset="159339.63">8765 9423 1839 0,'0'0'160'0,"0"-4"-160"0,0 4 0 0,0 0 0 15,0 0 512-15,-4 0 80 0,1 4 16 0,-2-4 0 16,-1 2 160-16,-6 3 16 0,2 4 16 0,-1-2 0 16,1-2 16-16,1 0 0 0,0 4 0 0,1-6 0 0,-1 2-16 0,0-5 0 15,4 4 0-15,-4-4 0 0,4 0 16 0,2 0 0 16,-4 3 0-16,1-3 0 0,1 2-240 0,0-2-32 15,-4 4-16-15,1-1 0 0,1-1-160 0,-4 3-48 16,-1 2 0-16,0-2 0 0,-2 4-320 0,3 0 144 16,-4-1-144-16,1 6 0 15,1-1 0-15,3 1 0 0,-4-1 0 0,-2 5 0 0,6-1 0 0,-4 1 0 16,5-1 0-16,-3 4-144 0,-2-2 144 0,5 2 0 16,1-2 0-16,-4-1 0 0,6 3 288 0,-1-2 32 15,2-2 16-15,3 1 0 0,-1-5 112 0,-1 5 32 16,4-1 0-16,-1 1 0 0,2-1-224 0,-1 1-32 15,4 4-16-15,-1-4 0 0,-1 4 112 0,2-4 32 0,-1-1 0 0,2-1 0 16,4-2 96-16,0-4 0 0,-1-3 16 0,6-2 0 16,-1-5-240-16,-3-3-48 0,4 1-16 0,2-5 0 15,-2-2-160-15,3-4 0 0,-3-1 0 0,0 0 0 16,2-4-128-16,1 1 128 0,-3-4-160 0,0 3 160 16,0 1 0-16,-2-2 0 0,0 2 0 0,-1-4 0 15,1 1 0-15,-3 0 0 0,-1-3 176 0,1 2-48 16,0-2-128-16,-1 4 0 0,-2-2 0 0,2 0 0 15,1 2 0-15,-4-2 0 0,4 4 0 0,-2-2 0 16,0 5-304-16,0-2 32 16,-4 2 0-16,3 6 0 0,2-1 272 0,-6 4-128 0,2 1 128 0,-1 4 0 15,-3 0 0-15,2 0 0 0,1 4 0 0,-3 1 0 0,0 0 0 0,0 4 0 16,0-2 0-16,0 1 0 16,4 1 0-16,-4-4 0 0,2 4 0 0,1 3 0 15,-1-1 240-15,0 1 0 0,3 2 0 0,-3 0 0 0,4-2 528 16,3 2 96-16,2 3 32 0,1-3 0 15,2-2-64-15,0 2-16 0,3 0 0 0,1-2 0 0,-1 2-432 0,4-5-96 16,-4 3-16-16,1-6 0 31,-1 2-592-31,1-4-128 0,-1-3-32 0,2 6-13600 0</inkml:trace>
  <inkml:trace contextRef="#ctx0" brushRef="#br0" timeOffset="167852.11">8460 10677 8287 0,'0'0'736'0,"2"0"-592"16,-2 0-144-16,0 0 0 0,3-2 704 0,-3-1 128 0,0 3 0 0,5-5 16 31,1-2-144-31,-3-2-16 0,2-2-16 0,-1-1 0 0,1 0-384 0,-2 2-80 15,1-3-16-15,1 5 0 16,-5-1 304-16,2 0 48 0,1 1 16 0,-3 2 0 0,-1 3 16 0,-3-2 16 0,-1 5 0 0,-4 0 0 16,1 0 80-16,-1 0 16 0,-3 3 0 15,-1-1 0-15,3 1-384 0,-2 1-80 0,1 1-16 0,-1-1 0 16,0 1-208-16,1 0 0 16,-1-5 0-16,2 3 0 0,-1 1 0 0,1-2 128 15,1 1-128-15,4 1 0 0,-4-3 0 0,1 3 176 16,1-1-176-16,0 3 160 0,3 2 32 0,-5 3 16 15,4 1 0-15,-2 5 0 0,2-3 144 0,0 0 32 16,1 4 0-16,-1-3 0 0,2-1 32 0,3 0 16 16,-2 4 0-16,4-1 0 0,1 0 80 0,-1-3 32 15,1 0 0-15,2 2 0 0,2 1-352 0,-1 1-64 16,-1-2 0-16,2-1-128 0,2-4 0 0,-1 1 0 16,3-7 0-16,1 2 0 0,-2-5 0 0,4 1 0 0,-1-6 0 15,-1-2 0-15,2 1 0 0,-2-5 0 16,-2 1 0-16,3-6 0 0,-1 2 0 0,-2-2 0 15,2 0 0-15,-1 0 0 0,1 2 0 0,-3-2 0 16,1-4 0-16,-1 4 0 0,0-1 0 0,-1-3 0 0,1 4 0 0,0-3 0 16,-1 3 0-16,1-4 0 0,-2 5 0 0,-2-5 0 15,4 6-144-15,-7-2 144 0,0 5-128 0,3-3 128 16,-5 7 0-16,2 0 0 0,-1 1 0 0,-1 2 0 16,2 4 0-16,2 2 0 0,-4 1 0 0,1 4 0 15,3 4 0-15,-1 3 0 0,-1 2 128 0,5 1-128 16,-2 2 480-16,-1-2 32 0,1 2 0 0,0-2 0 15,2 2-80-15,0-7-16 0,0 3 0 0,2-3 0 16,1-2-416-16,2 6 0 0,1-4 0 0,2 8 0 0,1-1 0 16,1 9 0-16,1 3 0 0,-1 2 0 0,1-1-256 15,-3 1 64-15,1-3 0 0,0-10-13504 16</inkml:trace>
  <inkml:trace contextRef="#ctx0" brushRef="#br0" timeOffset="183277.16">6377 12666 3679 0,'0'0'320'0,"0"4"-320"15,0-4 0-15,0 3 0 0,0-1 896 0,0-2 128 0,0 3 0 0,2 3 16 16,2 0-96-16,-3-4-32 0,6 2 0 0,-5-4 0 15,5 0-560-15,-5-4-112 0,5-1-32 0,-2 2 0 16,0-6 240-16,2 4 64 0,2-4 0 0,0 0 0 16,-2 0 160-16,0 6 32 0,-2-2 16 15,-2 0 0-15,3 1-48 0,-3-1-16 0,-1 5 0 16,3-4 0-16,-1 4-336 0,-1 0-64 16,-1 0 0-16,-1 0-16 0,1 0-240 0,2 0 0 0,-4 0 0 0,1 0 0 15,1 0 0-15,0 4 128 0,1-4-128 0,-1 0 192 16,2 0 384-16,-1 3 64 0,-1-1 0 0,1-2 16 0,1 0-144 15,-2 0-16-15,1 4-16 0,1-3 0 16,1 3-64-16,-2-4-16 0,3 0 0 0,2 3 0 0,-3-3-240 0,2 0-160 16,0-3 192-16,0 3-192 0,2 0 0 0,-4 0 0 15,4 0 0-15,0 0 0 16,-4 0 176-16,2 0-176 0,2 0 160 0,-2 3-160 16,0-1 448-16,1-2 0 0,3 0 0 0,-3 3 0 15,5-3-64-15,-3 0 0 0,1 0-16 0,3 0 0 0,-4-3-144 0,2 3-32 16,-1 3 0-16,1-3 0 15,0 0 32-15,0 0 0 0,2 0 0 0,0 0 0 0,-2 0-224 0,4-3 0 16,0 1 128-16,-2-5-128 0,3 6 0 0,0-5 0 16,-3-1 0-16,0 2 0 0,2-4 0 0,-6 4 0 15,3-2 0-15,-1 2 0 0,2 1 0 16,-5-1 0-16,1 2 0 0,-1 1 0 0,3-1 0 0,-3-1 0 0,-1 4 0 0,1 0 0 16,0-2 0-16,-1 4 0 0,1-2 0 0,-4 4 0 15,4-4 0-15,0 3 0 16,0-1 0-16,-1 1 0 0,-3-3 0 0,4 0 0 0,0 4 0 15,1-4 0-15,-1 0 0 0,0 0 0 0,1 0 0 0,-3 0 0 16,2 0 320-16,0-4 32 0,-1 8 0 16,1-4 0-16,0 0-176 0,-1 0-48 15,-1 1 0-15,0-1 0 0,2 4-128 0,-2-4 0 0,-2 5 0 0,1-1 0 16,1-1 128-16,0-1-128 0,-1 1 128 0,3-3-128 16,0 0 0-16,0 0 0 0,1 0 0 0,-1-3 0 15,3 3 0-15,-2 0 0 0,3-2 0 0,-1 2 0 16,2 0 0-16,-2 0 0 0,2 0 0 15,-4 2 0-15,3-2 0 0,-1 3 0 0,-4 3 0 0,3-6 0 0,1 3 0 0,-3 2 0 16,0-1 0-16,1 1 0 16,0 0 0-16,1-5 0 0,1 4 0 0,-3-1 0 15,1-1 0-15,2-2 0 0,-3 0 0 0,2 0 0 0,1 0 0 0,0-5 0 16,-1 5 0-16,1-4 0 0,-2 4 0 0,1-1 0 16,-1-3 0-16,2 4 0 15,-3-2 0-15,0 2 0 0,1 0 0 0,-1 0 0 0,0 0 0 0,-1 2 0 16,-2-2 0-16,2 4 0 0,-1-3 0 0,2-1 0 15,-2 4 0-15,0-4 0 0,2 0 0 16,-1 0 0-16,1 0 0 0,0-4 0 16,-1 4 0-16,1-1 0 0,0-3 0 0,5 2 0 0,-9-1 0 15,4-1 0-15,3 4 0 0,-3-5 0 0,1 5 0 0,-1-3 0 16,3 3 0-16,-3-2 0 0,-1-2 0 0,3 4 0 16,1-3 0-16,-1 3 0 0,-1 0 0 0,4 0 0 15,-5 0 0-15,5 0 0 0,-6 0 0 0,5 0 0 16,0 0 0-16,-4 3 0 0,5-3 0 0,-2 4 0 15,2-2 0-15,0-2 0 0,-2 3 0 0,1-3 0 16,-3-3 0-16,2 3 0 0,-1 3 224 0,1-3-32 16,-2 0-16-16,-1 4 0 0,3-3-176 0,-3-1 0 15,0 4 0-15,-1-4 128 0,-2 5 0 0,1-5 0 16,1 5 0-16,1-5 0 0,0 4 128 0,1 1 32 0,-1-2 0 16,0 3 0-16,-1 1-288 0,1-6 0 0,0 3 0 0,-1 1 0 15,3-5 0-15,-2 0 0 0,3 0 0 0,-3-2 0 16,1-1 0-16,0-1 0 0,1-1 0 0,1 2 0 15,-1-3 0-15,1 3 0 0,0 1 0 0,-2-1 0 16,3-1 0-16,-3 4 0 0,2 0 0 0,-3-1 0 16,3 1 0-16,-3-4 0 0,0 4 0 0,-1 0 0 15,3 0 0-15,1 0 0 0,-3 0 0 0,1 0 0 16,-1 0 0-16,0 0 0 0,3 0 0 0,-4 0 0 16,1-2 0-16,0-1 0 0,1 3 0 0,3-4 0 15,-3 3 0-15,2-3 0 0,0 1 0 0,-1-3 0 16,1 3 0-16,-1-2 0 0,-1 1 0 0,4-1 0 15,-4 1 0-15,3 3 0 0,-5-3 0 0,1 4 0 16,0 0 0-16,-1-3 0 0,-2 6 0 0,-1-3 0 0,2 4 0 0,-5-3 0 16,1-1 0-16,1 4 0 0,-4 1 0 0,0-5 0 15,1 4 0-15,-1 1 0 0,0-2 0 16,0 1 0-16,4 1 0 0,-4-1 0 0,3-3 0 16,-3 6 0-16,0-5 0 0,0 2 0 0,2-3 0 0,-4 3 0 0,2 1 0 15,0-2 0 1,0 3-784-16,-3 2-64 0</inkml:trace>
  <inkml:trace contextRef="#ctx0" brushRef="#br0" timeOffset="185785.5">10593 11638 1839 0,'-4'4'160'0,"3"-1"-160"16,1-1 0-16,0-2 0 0,0 0 624 0,-4 0 80 0,4 4 32 0,-2-4 0 16,4 1-80-16,2-2-16 0,1 1 0 0,2-6 0 15,0-1-640-15,1-1 0 0,1 3-208 0,-2-4 48 16,0 4-224-16,0-4-64 0,2-3 0 0,-6 3 0 16,3 4 576-16,-5 0 96 15,1-2 32-15,-2 5 0 0,0-2 656 0,-3 4 144 16,-1 0 32-16,-1 0 0 0,0 0-64 0,-2 4 0 0,1-2 0 0,-2 1 0 15,2-3-256-15,3 0-48 0,-2 0-16 0,-2 0 0 16,5 0-560-16,-3 0-144 0,1 0 0 0,-1 4 0 0,2-4 0 0,-1 1 0 31,2-1 0-31,-1 0 0 0,3 4 288 0,-5-4 128 0,3 3 32 0,0-1 0 0,-3 1 320 0,1 3 80 16,-1-1 16-16,-2 2 0 0,2-2-336 0,-5 7-64 16,1-1-16-16,0-3 0 0,-1 6 160 0,3-1 32 15,-6 1 0 1,5-2 0-16,3-4-288 0,-4 1-48 0,4 0-16 0,1 0 0 15,-1-4-288-15,1 3 0 0,4-2 0 0,-3 2 0 16,3-1 0-16,-2-1 0 0,2 2 0 0,0 1 0 16,0 0 224-16,0 1-16 0,2-1 0 0,-2 3 0 15,0 2 208-15,0-2 32 0,-2 2 16 0,2-2 0 16,0 2-272-16,2 0-48 0,-2-2-16 0,0 2 0 16,0-1-128-16,3-5 0 0,-1 1 0 0,0-4 0 15,3-1 0-15,-1-3 0 0,3-1 0 0,0-1 0 16,1-3 0-16,1-1 0 0,0-2 0 0,-2-2 0 0,3 1 0 15,1-6 0-15,1 0-144 0,2-4 144 0,-2 1 0 0,2-1-128 16,-2-4 128-16,2 4 0 0,0-3 0 0,-2 2 0 16,2 5 0-16,-5-3 0 0,3 0 0 0,-2-1-128 15,3 1 128-15,-5-1 0 0,1 6 0 0,-4-2 0 16,1 4 0-16,-1 1 0 0,2 0 0 0,-4 2 0 16,2 2 0-16,1 0 0 0,-3 1 0 0,2 1 0 15,-5 6 0-15,4-3 0 0,-4 6 0 0,0 2 0 0,0 1 0 16,-4 3 0-16,4 2 0 0,-3 0 0 15,1 4 0-15,2 2 0 0,-3 3 240 0,3 0 0 16,-2 1 0-16,2-1 0 0,0 5 160 0,0-2 48 16,0 5 0-16,0-1 0 0,0-2-128 0,0 1 0 15,0 3-16-15,0-1 0 0,0 2 0 0,0-2 0 16,-2 4 0-16,2-2 0 0,-2 0 0 0,2 0 0 0,0-3 0 0,-3 1 0 16,1-4-144-16,2-5-32 0,0-4 0 0,2-4 0 15,-2-2-128-15,3-7 0 0,-3-2 0 0,0-3 0 16,4-3-1648-16,1-6-208 15</inkml:trace>
  <inkml:trace contextRef="#ctx0" brushRef="#br0" timeOffset="186170.1">11250 11382 8287 0,'3'-3'368'0,"-3"-2"80"0,0 5-448 0,0-2 0 0,2-2 0 0,-2 4 0 16,3-3 1008-16,-3 1 112 16,4-5 32-16,1 6 0 0,-3-3 320 0,-2 4 80 0,2 0 16 15,-2 4 0-15,0 1 352 0,0 0 80 0,1 4 16 0,3-1 0 16,1 1-352-16,0 0-80 16,6-4-16-16,-1 2 0 0,2-5-672 0,2 1-128 15,4 1-16-15,-1-4-16 0,2 1-480 0,2-1-80 16,-3 0-32-16,1-1 0 0,5 1-144 0,-5-4 0 0,4 1 0 0,2 3 0 15,-6-2 0-15,2-1 0 0,-4 3 0 0,0 0 0 16,-3 3 0-16,-3-1 0 16,-2 1 0-16,-2 2 0 0,-2 4-144 0,-5 3 144 15,0 2 0-15,0 4 0 0,-5 3 0 0,1-2 0 0,-1 3 0 16,0 3 0-16,1-1 0 0,1 2 0 0,1 0 0 0,2 1 144 16,-2 2 128-16,2-1 32 0,2 2 0 0,-2-2 0 0,0-2-304 0,5-4 160 15,-3 3-160-15,5-6 128 16,-4-2-128-16,4 1 0 0,0-4 0 0,-2-2-10576 0,4-2-2000 15</inkml:trace>
  <inkml:trace contextRef="#ctx0" brushRef="#br0" timeOffset="187265.1">10582 12718 2751 0,'0'0'256'0,"0"0"-256"0,0 0 0 0,0-3 0 15,0 3 640-15,0 0 96 0,0-2 16 0,0-1 0 0,-1-1 416 0,-1 2 96 16,-3-1 16-16,1-1 0 16,-1 4 0-16,-2-1 0 0,2 1 0 0,-1 0 0 0,-2 0-128 0,1 1-32 15,0-1 0-15,-2 0 0 0,2 4-480 0,-2-4-112 16,1 5-16-16,-1-1 0 0,-1 4-512 0,1-2 0 15,-3 2 0-15,1 1 0 0,-1 3 0 0,3-3 0 16,-3 1 0-16,2-1 0 0,1-2 0 0,0 2 0 16,0 1 0-16,1-1-144 0,3 3 144 0,-4-1 192 15,2 1-32-15,2 2-16 0,-1-2 144 0,-2 2 32 0,2 3 0 16,3 4 0 0,-2-2 0-16,1 2 16 0,4-2 0 0,0-1 0 0,0-1 192 15,5-5 48-15,2-3 0 0,4 0 0 0,1-8-288 0,2-1-48 0,0-5-16 0,2 0 0 31,1 0-224-31,-1-4 0 0,-1-3-144 0,1 0 144 16,0-2-160-16,1-4 160 0,1 1-160 0,-4 0 160 0,0-3 0 0,-2 3-144 16,2 0 144-16,-6 3 0 0,3-2-208 0,-1-3 32 15,-1 5 16-15,0-2 0 0,-2 2-112 0,0 6-32 0,-6-1 0 0,3 5 0 16,-4-1-160 0,0 5-48-16,0 0 0 0,0 5 0 0,-4-1 288 0,3 5 48 0,-3 4 16 0,2 0 0 0,1 1 160 0,-1 0 0 15,2 3 128-15,0 0-128 0,0 1 144 0,0 4-144 31,0-1 192-31,2 5-192 0,-1 2 480 0,5 2-16 16,-6 1 0-16,1 4 0 0,3 0 192 0,-4 0 48 0,0-2 0 0,3 2 0 16,-3-6-64-16,0 3 0 15,2-6 0-15,-2-4 0 0,4 1-240 0,-1-6-48 16,-1-4-16-16,1-3 0 0,1-1-336 0,1 0 0 0,-3-6 0 0,5-3-128 31,-4 0-1152-31,3-5-240 0,2-2-32 0,-3-2-9904 0</inkml:trace>
  <inkml:trace contextRef="#ctx0" brushRef="#br0" timeOffset="187800.62">11048 12765 3615 0,'-2'0'0'0,"2"0"144"0,0-3-144 0,0 3 208 0,2 0-208 0,-2 0 0 15,3-4 0-15,-3 4 0 0,5-5 1376 0,2 2 224 16,0 3 64-16,0-2 0 0,4 2-160 0,-3 2-32 16,5-2 0-16,-5 3 0 0,6-3 80 0,0 4 16 15,2-3 0-15,-2 3 0 0,0-4-176 0,1 0-48 16,3 0 0-16,1 0 0 0,-2 0-560 0,1 0-112 0,-1 0-32 15,1 0 0-15,1 0-464 0,2 0-176 0,-4 3 0 0,-3-1 144 16,0-2-144-16,-2 5 0 0,1-1 0 0,-3 1 128 16,2-1-128-16,-3-1 160 0,0-1-160 0,-1 1 160 15,-1 2 128-15,0-5 32 0,2 0 0 0,0 0 0 16,-1 4-176-16,-2-4-16 0,2 0-128 0,1-4 192 16,-4 4-192-16,2 0 0 0,-2 0 0 0,1 0 0 15,-1-1 0-15,-2 1 0 0,1 0 0 0,-4 0 0 16,0 0 0-16,0 1 0 0,0-1 0 0,0 4 0 0,0-4 128 0,0 3-128 15,-4-1 176-15,3 2-176 0,-3-1 416 0,1-1-32 16,-1 7 0-16,-1-2 0 16,2-2-256-16,-4 5-128 0,3 2 0 0,-5-3 128 0,4 5 48 0,-4 2 0 15,1-1 0-15,-1 3 0 0,2 3 128 0,-2 1 16 16,2 4 16-16,-1 4 0 0,-1-6 288 0,0 6 48 16,0 1 16-16,1 1 0 0,1-3 64 0,2 3 16 15,-1 3 0-15,-1-1 0 0,2 1-416 0,0 2-80 16,-4-6-16-16,0 4 0 0,-1 3-256 0,0-5-256 15,-1-3 64-15,2-13-17280 0</inkml:trace>
  <inkml:trace contextRef="#ctx0" brushRef="#br0" timeOffset="193134.55">8598 14866 911 0,'0'0'0'0,"0"0"0"16,0 0 0-16,0 0 0 0,-4 0 352 0,8-4-16 0,-8 4 0 0,2 0 0 15,1 0 0-15,-1 0 0 0,-3 0 0 0,1 0 0 0,4 4 272 0,-5-4 48 32,3 0 16-32,0 0 0 0,2 3-64 0,-3-3-16 0,3 2 0 0,0-2 0 0,0 0-400 0,0-2-64 31,0 2-128-31,0 0 176 0,0 0-176 0,0 0 0 0,-2 0 0 0,2 0 0 0,-2 2 0 0,1-2 0 16,1 4 0-16,-6-4 0 0,5 5 0 0,-1-5 0 0,2 3 0 0,-4 3 192 15,3-6 256-15,1 3 64 0,-4 1 16 0,1-3 0 31,1 3-224-31,-1 1-48 0,-3-2-16 0,1 3 0 16,2-3-64-16,-3 1-16 0,5 1 0 0,-1-3 0 16,-3 1-32-16,3-3 0 0,0 4 0 0,2-4 0 15,0 1 192-15,-3-1 16 0,3 0 16 0,0 0 0 16,0 0-64-16,0-1-16 0,0 2 0 0,-2-1 0 16,2 0 160-16,0 0 16 0,0 0 16 0,0 4 0 15,-2-4 112-15,2 3 0 0,-2-1 16 0,2 1 0 16,-3-3-112-16,1 4-32 0,0 1 0 0,1-1 0 0,-3 1 16 15,3 0 0-15,1-1 0 0,-4 1 0 16,4-2-112-16,0 1-32 0,0-2 0 0,0-2 0 16,0 3-320-16,-3-3 128 0,3 0-128 0,0 0 0 0,0 0 0 0,0 0 0 15,0 0 0-15,0-3 0 0,0 3 160 0,3-2-32 16,-3-2-128-16,4 1 192 0,-4-2 128 0,1 1 32 16,3-1 0-16,-4 1 0 0,0 3 0 0,1-3 0 15,1 4 0-15,0 0 0 0,-2-3 32 0,3 3 0 16,-3 0 0-16,2 0 0 0,0-2-64 0,3-2 0 0,-3 4 0 0,5-3 0 15,-4 3-320-15,3-5 0 16,2 5 0-16,1-4 128 0,-4-1-128 0,4 5 0 16,0-3 0-16,-1 1 0 0,1-2 0 0,0 3 0 0,0-3 0 0,-1 1 128 15,1 3 144-15,0-2 48 0,-1-2 0 0,1 4 0 16,0-3-112-16,-2 3-16 0,1-2 0 0,1-1 0 16,-2-1 0-16,2 4-16 0,-2-1 0 15,0-3 0-15,2 4 16 0,-4-3 16 0,3 3 0 0,-2-2 0 16,1-2 48-16,1 4 0 0,-2 0 0 0,-3 0 0 15,2 0-64-15,1 0 0 0,-1 0 0 0,2 0 0 0,-4 4 48 16,2-2 0-16,1-2 0 0,-1 0 0 0,2 3-48 0,-2-3-16 16,0 0 0-16,2 4 0 0,2-4-32 15,0 0 0-15,1-4 0 0,-1 4 0 16,-2-3-144-16,0 3 128 0,2 0-128 0,-2-2 128 16,1-2 32-16,-3 4 0 0,1 0 0 0,-1 0 0 15,2 0 80-15,2-3 16 0,-1 3 0 0,-2 0 0 0,-1-2-64 0,2-1 0 16,1-1 0-16,1 2 0 0,-2-1-192 0,0-1 0 15,2-1 128-15,0 3-128 0,-4-1 0 0,4 3 0 16,-4-4 0-16,2 4 0 0,-2 0 0 0,0 4 0 0,2-1 128 0,-2-1-128 16,1 3 160-16,-1-1-16 0,2 1 0 0,-4-1 0 15,2 1 16-15,4-2 0 0,-4 3 0 16,-1-3 0-16,5-3-160 0,-4 4 0 0,4-3 0 0,1-2 128 16,-1 1-128-16,1-4 0 15,4 1 0-15,-5 1 0 0,5-2 0 0,-5 1 0 0,3 1 0 0,-2-1 0 16,2-1 0-16,-3 4 0 0,0-2 0 0,-1-1 0 15,-1 3 0-15,0 0 0 0,2 0 0 0,-4 0 0 16,1 0 0-16,1 0 0 0,1 0 0 0,-2 0 0 16,-1 0 0-16,2 0 0 0,-2-4 0 0,4 4 0 15,-4-1 0-15,2-3 0 0,2 2 0 0,1-1 0 0,-1-2 0 16,-1-2 0-16,1 2 0 0,2 1 0 0,-1-1 0 0,-1 0 0 16,-1 1 0-16,3 1 0 0,-2 1 0 0,-4-2 0 15,7 4 0-15,-7 0 0 0,4 0 0 0,-2 0 0 16,0 0 0-16,0 0 0 0,2 0 0 0,-4 4 0 15,0-4 0-15,2 2 0 16,0-2 0-16,0 0 0 0,2 0 0 0,-6-2 0 0,4 2 0 0,0-4 0 16,-2 4 0-16,4 0 0 0,-5 0 0 15,4 0 0-15,-2 4 0 0,-1-2 0 16,0 1 0-16,-3 2 0 0,-1-1 0 0,-1 1 0 0,0 2-224 0,-3-5-32 0,1 1 0 0,-5 1-16864 16</inkml:trace>
  <inkml:trace contextRef="#ctx0" brushRef="#br0" timeOffset="197883.64">11858 14028 15663 0,'-12'14'1392'0,"6"-7"-1120"0,-2-2-272 0,3 0 0 0,1-5 272 0,4 0 0 0,-3 0 0 0,-3 0 0 15,-2 0-272-15,-1-8 0 0,-5-1-208 0,2-5 80 32,1-3-1728-32,3-1-320 0,-1 8-80 0,-3-2-16 15,3 3 1168-15,-3 0 224 0,1 4 48 0,-4 2 16 0,1 3 1136 0,0 0 208 16,-5 8 48-16,-1-3 16 0,1 4 672 0,-3 3 128 15,1-3 16-15,2 5 16 0,-2-2-640 0,-2 2-128 16,6 4-16-16,-1-5-16 0,1 5-432 0,4-6-192 16,3 2 160-16,1 0-160 0,2-2-160 0,6 2-128 0,-5 3-32 0,6-3 0 15,0-1 80-15,0 4 16 0,2-3 0 0,2 3 0 16,-3-3 480-16,6-1 80 16,2-1 32-16,0-7 0 0,-1 0 704 0,3-1 144 0,1-1 16 0,2-3 16 0,0-3-608 0,-2-1-112 15,2-1-16-15,2-4-16 16,-2 4-192-16,3-7-48 0,-3 0 0 0,4-4 0 15,-1-1 0-15,0-8 0 0,-17 25 0 0,40-50 0 0,-20 20-256 0,-3-5-192 0,1 7 16 0,-3-3 16 47,-4 1-640-47,1 4-128 0,-2 0-32 0,1 0 0 0,-1 3 400 0,-1 4 80 16,3 3 16-16,-3 3 0 0,0 0 464 0,-1 3 0 0,-1 5 0 0,0-2 0 0,-2 7 160 0,-1 3-160 0,1 2 128 0,-1 4-128 16,-4 5 320-16,5 3 0 15,-5 4-16-15,3 2 0 16,-1 3 624-16,2 0 128 0,-4 6 32 0,0-1 0 15,3-5 64-15,-1 5 32 0,-2 1 0 0,0 6 0 0,0-1-48 16,0 1-16-16,0 6 0 0,0-4 0 0,0 0-160 16,0 0-48-16,0-2 0 0,0-7 0 0,-2 1-416 0,2-6-96 15,0-3-16-15,0-6 0 0,0-3-384 0,2-5-304 16,-2-2 48-16,3-6 16 16,-3-1-1664-16,0 0-336 0,2-5-64 0,2-4-10608 0</inkml:trace>
  <inkml:trace contextRef="#ctx0" brushRef="#br0" timeOffset="198238.76">12133 13817 11055 0,'0'4'480'0,"0"-4"112"0,2 0-464 0,0 0-128 0,1 0 0 0,-1 0 0 16,1 0 784-16,3-4 144 0,2 4 32 0,5-1 0 15,-1 1 336-15,2-4 80 0,0 4 16 0,3 0 0 16,-3-2 432-16,2 2 96 0,6 0 0 0,-2-3 16 16,-20 3-512-16,0 0-96 0,0 0-32 0,95-17 0 15,-95 17-592-15,0 0-112 0,0 0-16 0,98-35-16 0,-98 35-432 0,0 0-128 16,0 0 0-16,98-44 0 0,-98 44 0 0,0 0 0 16,0 0 0-16,0 0 0 15,95-35 0-15,-84 35 0 0,-2 4-208 0,-2 1 80 16,-1 4-32-16,-2 3 0 0,-4 5 0 0,0 6 0 15,-2 0 160-15,-1 3 0 0,-1 3 128 0,-1 3-128 0,0 4 592 0,-2 3 48 16,-2 4 16-16,-1 1 0 16,1 1 176-16,0 0 48 0,-5 6 0 0,6-2 0 0,-5-4-192 0,1 0-48 15,3-1 0-15,-1-13 0 0,3-1-336 0,2-8-80 16,1-4-16-16,4-10-18336 0</inkml:trace>
  <inkml:trace contextRef="#ctx0" brushRef="#br0" timeOffset="205728.14">11699 15143 4607 0,'0'2'400'0,"0"-2"-400"16,0 0 0-16,0 0 0 0,0 0 720 0,0 0 64 0,0-2 16 0,0-2 0 15,0 1-288-15,0-2-48 16,0-1-16-16,2-2 0 0,0 2-448 0,0 0 0 0,1-3 0 0,-3 4 0 15,2-1 0-15,-2 3 0 16,2-2 0-16,-1 1 0 0,-1 4 432 0,0 0 80 0,-1 5 32 0,-1-1 0 16,2 1 304-16,-2-1 64 15,2 4 16-15,0-2 0 0,0 2 32 0,0 1 0 16,0 0 0-16,0-1 0 0,0 5-128 0,2-5 0 16,1 3-16-16,1-4 0 0,-2 1-272 0,1 1-48 15,2-4-16-15,2 1 0 0,2 2-336 0,-4-3-144 16,4 2 128-16,0-1-128 0,-1 2 0 0,1 1 0 15,1 0 0-15,-1 3 0 0,0-2 0 0,0 4 0 0,-2 4 128 0,1-1-128 16,-1 6 208-16,0-6 16 0,-2 4 0 0,-1-3 0 0,1 1-48 0,-1-4-16 16,-4-1 0-16,1-5-10768 15</inkml:trace>
  <inkml:trace contextRef="#ctx0" brushRef="#br0" timeOffset="206552">12393 15439 10127 0,'-2'0'896'0,"0"0"-704"0,1 0-192 0,1 0 0 0,0 0 832 0,-4 0 144 0,1-4 32 16,-4 4 0-1,0-1-112-15,-2-3-32 0,-1 1 0 0,1-2 0 16,0 1-128-16,0-1-32 0,1 0 0 0,-1 1 0 15,0 2-272-15,-3 2-64 0,2 2-16 0,-3 5 0 16,1 0-96-16,-2 5-32 0,0 6 0 0,0-1 0 16,2 0 144-16,2 3 16 0,-2 1 16 0,-1-1 0 15,3 0 112-15,1 2 32 0,1-1 0 0,-1 2 0 16,4-1-160-16,1-4-16 0,1 3-16 0,3-2 0 0,3-3-160 16,-3-2-16-16,4 3-16 0,1-3 0 0,-3 0 16 0,5 1 0 15,-2-1 0-15,3-1 0 0,1 1 256 0,0-1 48 16,1 0 16-16,1-3 0 0,3-3-16 0,-4-2 0 15,2-1 0-15,2-2 0 0,-1-4-288 0,0-2-48 16,0-1-16-16,1-4 0 0,-6-3-128 0,5 0 0 16,-3-2 0-16,2 0 0 0,-1-3-128 0,-3-1-64 0,1 1-16 15,0-1 0 1,-2 1-304-16,0 3-64 0,0-3-16 0,-2-1 0 16,0 1-112-16,2-1-32 0,-5 1 0 0,1 3 0 15,1-3 96-15,1 3 32 0,-5 2 0 0,0 1 0 0,4-1 288 0,-8 7 48 0,4-1 16 0,-3 3 0 16,1 3 256-16,2 0 0 15,-4 0 0-15,4 0 0 0,-1 3 304 0,1-1 64 0,0-2 16 0,0 4 0 16,1 1 0-16,3-2 16 0,-4 3 0 0,2 2 0 16,1 1-176-16,1 3-32 0,-4 2-16 0,5 0 0 15,-2 0 304-15,-1 3 64 0,5-1 16 0,-2 2 0 0,4-3-48 16,-6 3-16-16,4-3 0 0,0-1 0 0,-3 0-336 16,1-2-160-16,4 2 160 0,-4-5-160 31,-2 3-448-31,3-7-176 0,-3 1-32 0,2-6-12144 0</inkml:trace>
  <inkml:trace contextRef="#ctx0" brushRef="#br0" timeOffset="207185.34">13001 14875 5519 0,'0'3'496'0,"-3"-1"-496"15,3-2 0-15,-2 3 0 0,2-3 912 0,0 6 96 16,-4-3 16-16,-1 6 0 0,2 5-64 0,-6 0 0 16,4 1 0-16,-4-1 0 0,2 4-80 0,0-4-32 15,0 3 0-15,2 0 0 0,-4 1 208 0,0-1 32 16,1 2 16-16,-1 2 0 0,-1 0-128 0,1-2-16 0,-2-1-16 0,1-1 0 15,1-5-736-15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ax="30347" units="cm"/>
          <inkml:channel name="Y" type="integer" max="20231" units="cm"/>
          <inkml:channel name="F" type="integer" max="65535" units="dev"/>
          <inkml:channel name="T" type="integer" max="2.14748E9" units="dev"/>
        </inkml:traceFormat>
        <inkml:channelProperties>
          <inkml:channelProperty channel="X" name="resolution" value="1000.23071" units="1/cm"/>
          <inkml:channelProperty channel="Y" name="resolution" value="1000.04944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4-01-08T21:18:09.281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1394 4398 11055 0,'-18'0'976'0,"8"0"-784"0,1-2-192 0,6-1 0 16,3 3 144-16,1 0-16 0,3-4 0 0,1-1 0 16,6-4-800-16,2-3-160 0,5-2-48 0,-4-3 0 15,0 3-720-15,-6-3-160 0,-1-1-32 0,-1 4 0 0,-6 2 2160 0,-6 3 416 0,3 4 96 0,-9-4 16 16,-2 6 1424-16,0-2 304 0,-4 1 48 0,3 2 16 16,-1-1-848-16,6 3-176 0,3-4-16 0,3 3-16 15,8-3-1056-15,1 1-224 0,-5 3-32 0,0 0-16 16,66-14-304-16,-66 14 0 15,70-14-128-15,-70 14 128 0,89-18 336 0,-39 10 176 0,6-1 16 16,5 4 16-16,-4-4 352 0,10 6 64 16,-1-3 0-16,4 3 16 0,5 3-96 0,-4 0-32 0,-3 0 0 0,-4 0 0 15,-64 0-288-15,117 3-64 16,-117-3-16-16,113 6 0 0,-113-6-288 0,110 0-64 16,-110 0-128-16,110-2 192 0,-110 2-192 0,108-4 0 15,-108 4 0-15,99 0 0 0,-99 0 0 0,98 0 224 16,-98 0-32-16,101-3-16 0,-101 3 240 0,99 0 48 0,-99 0 16 15,114 0 0-15,-114 0-160 0,120 3-16 0,-120-3-16 16,113 9 0-16,-113-9-288 0,106 14 128 16,-106-14-128-16,98 17 0 0,-98-17 0 0,96 23 0 0,-96-23 0 0,94 26 0 15,-94-26 0-15,96 32 0 0,-96-32 0 0,94 38 0 16,-94-38 0-16,84 35 0 0,-84-35 0 0,78 28 160 16,-78-28 0-16,77 21 0 0,-77-21 0 0,78 13 0 15,-78-13 32-15,82 13 0 0,-82-13 0 0,94 10 0 16,-94-10 0-16,101 9 16 0,-101-9 0 0,103 5 0 15,-103-5-208-15,91 9 144 0,-91-9-144 0,80 3 128 16,-80-3-128-16,75 4 0 0,-75-4 0 0,75 1 0 0,-75-1 0 0,68 7 0 16,-68-7 0-16,73 6 0 15,-73-6 0-15,83 8 0 0,-83-8 0 0,89 9 0 0,-89-9 0 0,87 9 0 16,-87-9 0-16,84 8 0 0,-84-8 144 0,82 11-144 16,-82-11 160-16,87 17-160 0,-87-17 128 0,96 18-128 15,-96-18 0-15,111 26 0 0,-111-26 0 0,128 29 0 16,-62-15 0-16,-3 4 0 0,-63-18 0 0,123 28 0 15,-123-28 0-15,124 35 0 0,-124-35 0 0,127 40 0 16,-57-23 0-16,1 0 0 0,4-3 128 0,2 2-128 16,5-6 0-16,-4 3 0 0,6-8 160 0,10-2-160 15,7-3 160-15,2-3-160 0,10-2 144 0,-10-4-144 0,-4 4 128 16,-1-2-128-16,0-2 0 0,-4 4-192 0,1-4 0 0,-6 9 16 16,-10-2-32-16,-8 4-16 0,-6 7 0 0,-65-9 0 15,111 22 80-15,-111-22 16 0,101 35 0 0,-101-35 0 16,101 47 128-16,-101-47 0 0,121 63 0 0,-52-26-128 15,-3 1 128-15,4-1-192 0,3-3 192 0,2-4-192 32,7-2-256-32,7-7-64 0,7-4-16 0,7-15-15232 0</inkml:trace>
  <inkml:trace contextRef="#ctx0" brushRef="#br0" timeOffset="697.76">9789 3989 26719 0,'-27'-2'1184'0,"9"2"240"0,6 0-1136 0,0 0-288 16,7 2 0-16,1 1 0 0,-1 1 1072 0,-7 1 144 15,-8 4 48-15,-6 5 0 0,-5 3-1104 0,-4-1-160 16,-5 3-144-16,0-2 144 0,-4 1-1312 0,1-4-144 0,-1 0-16 0,-1 1-16 31,-4-4 784-31,0 1 176 0,1-3 16 0,-5-1 16 0,-4 1 816 0,-4-4 176 0,-2 4 16 0,-8-4 16 0,1 2-176 0,-2-2-32 16,4 1-16-16,2-3 0 16,0 1-304-16,-2-3 160 0,2 3-160 0,-4-1 128 15,-5-1-128-15,-3 5 0 0,1-2 0 0,2 0 0 16,4 1-448-16,-2 2 48 0,1 1 0 0,-3 3 0 0,0-3 16 15,-3 3 0-15,-2-5 0 0,1 2 0 0,3 0 64 0,1-2 32 0,1 1 0 0,1 1 0 32,4 0-192-32,-1-1-32 0,-2-2-16 0,-2-1 0 15,-1 0 0-15,1 2 0 0,-1-2 0 16,2 4 0-16,4 3 528 0,-3 2 192 0,-1 0 0 0,-4 3 0 0,-3-3 736 0,-2 4 144 16,2-1 16-16,2-3 16 0,3 7 48 0,-2 2 0 15,2-2 0-15,-3-2 0 0,3 2-688 0,-5-1-128 16,-4 0-16-16,2 1-16 0,5-2-304 0,2-2 0 15,1-3 0-15,2 2 0 0,2-2 128 0,-5 3-128 16,-5-3 192-16,5 3-192 0,-3-3 416 0,3 2-32 0,0-2 0 0,0-4 0 16,-2 6 256-16,-4-2 32 0,-5 0 16 0,-4 3 0 15,-1-3 80-15,-7 4 0 16,4-1 16-16,-3 4 0 0,-1 2-272 0,-8-1-48 16,-9-1-16-16,-4-2 0 0,-1 2-320 0,-2 0-128 15,-2 4 0-15,-12-1 144 16,-1-1-1168-16,-10-1-224 0,-6 13-48 0,-11-7-14208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6B06BE-B613-402A-A392-73A2760B21F0}" type="datetimeFigureOut">
              <a:rPr lang="en-AU" smtClean="0"/>
              <a:t>8/01/2024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AD0B7A-E52E-40EF-BE27-14FB7BAF364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187631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D83E1F-454C-E022-F5D1-4C6ABF45720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2E0F80D-9518-FCA4-D9ED-06B1B93C4F0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09D9B2-8C5C-8BAC-592B-1A78FF57FC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6B5798-EEF3-47A3-B8AA-256C4C6EFD5A}" type="datetime1">
              <a:rPr lang="en-AU" smtClean="0"/>
              <a:t>8/01/2024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93D9E4-A6BA-0427-4E6B-26FCC77555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E3F9FA-4C9A-C0A6-383D-D45A8C7721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BA05A5-0517-4A37-865C-5DD63AFCA22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948819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E91B7E-6C74-118C-8DEB-2B725EEF6F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E78D72-81C2-5355-475D-53685254FF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443184-9A65-C262-A4CF-397BF7B51F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14874D-8F60-4CF2-A2CC-F249D0641CBE}" type="datetime1">
              <a:rPr lang="en-AU" smtClean="0"/>
              <a:t>8/01/2024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22C255-3740-00C3-FA23-4BB6014E3B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D74A6E-CD65-E42A-E93D-B4BCE0F48D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BA05A5-0517-4A37-865C-5DD63AFCA22E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2888690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19F76D-16D9-E18F-1722-69A33F75BE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749373-3A2B-D13F-781E-13F984E453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7617F-CE7B-A000-790C-280062F714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D569C6-B5B5-4513-BC5A-6FEF38F8A172}" type="datetime1">
              <a:rPr lang="en-AU" smtClean="0"/>
              <a:t>8/01/2024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EDDFB2-8EB2-9066-B140-155EABB1E8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71FBFB-1914-1F12-23BF-6C7E3C3DCF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BA05A5-0517-4A37-865C-5DD63AFCA22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761729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AAD763-2BFE-D7A0-D4E0-29379CE61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B3EF43-1171-FE07-73F5-6DDCC04D423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DF9004-7EFC-8C73-865E-51AA2142E3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64B564-E7C1-09DC-B249-E8F1EF2956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5A0A5-59C9-4B66-8A1B-AD6B20D8D0F9}" type="datetime1">
              <a:rPr lang="en-AU" smtClean="0"/>
              <a:t>8/01/2024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753C86-80E6-A5FE-E54E-BE8B909E70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956BE5-21AF-9FA6-3054-A3B9482096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BA05A5-0517-4A37-865C-5DD63AFCA22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244302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47C1D0-9F40-CC71-D86A-F3BB3C1D1D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D674A67-CBED-6B28-F4FC-A21EFB72A1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33BC1E1-EB35-387C-8DB2-3AEC7B50DC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AF891EA-4E86-1B16-C750-4C16026B0F1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BA17B65-0325-4BE6-541C-00A79231904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7773BB8-B7BC-2EF1-7D94-3970965745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93A0-5CE6-4A20-B8C1-31AE5E432521}" type="datetime1">
              <a:rPr lang="en-AU" smtClean="0"/>
              <a:t>8/01/2024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1045DA2-9408-7C5A-5B48-07AA1360AC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873340F-0EFE-9664-C77B-28E92EA44E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BA05A5-0517-4A37-865C-5DD63AFCA22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623688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E92E8F-FD65-CA72-9A6B-8E44B98B8F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24515A8-AFD9-3027-9C67-F168FB41FB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10BCEC-4D7A-48FF-8022-1AC70EA89FAC}" type="datetime1">
              <a:rPr lang="en-AU" smtClean="0"/>
              <a:t>8/01/2024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EAF9FA-CA96-5E7F-6992-0A24A54C9F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84009E4-02F9-D8EC-6B90-EDC64A0068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BA05A5-0517-4A37-865C-5DD63AFCA22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24781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4E92539-3585-96EE-D308-6B25749927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46A8A6-9C6B-4516-B49B-E1617FDF5A31}" type="datetime1">
              <a:rPr lang="en-AU" smtClean="0"/>
              <a:t>8/01/2024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2EBAFD0-4741-BE72-B979-0E476E01E8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E76B22-9B41-6B82-FC57-3374CD77F4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BA05A5-0517-4A37-865C-5DD63AFCA22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601692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0278F2-8585-08EE-D4A6-65F5258A69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DB71CF-50FE-CA44-65BA-C609D825C5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B36EB8-B446-DBE6-1E8D-968493AC65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FD3537D-6AFA-4E4F-1945-C64E549205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2A5490-05EA-48B4-B9FD-0D901D2F9519}" type="datetime1">
              <a:rPr lang="en-AU" smtClean="0"/>
              <a:t>8/01/2024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D42DF33-4806-10A1-808A-17EE796A67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CA1D1E-7794-06AE-7DAB-3B3A049B98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BA05A5-0517-4A37-865C-5DD63AFCA22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751684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EDA728-4463-2732-508F-B1985861FF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6099388-107A-10D8-1BB2-705AAE40BF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8349AF4-2469-0F10-C003-4AD227BD2AB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70F885-4CED-2676-DCEA-DE966CDDA8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9B5CC0-EFEE-4A62-BE96-1986F08CB86D}" type="datetime1">
              <a:rPr lang="en-AU" smtClean="0"/>
              <a:t>8/01/2024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8008BF-6371-075C-9FE5-B28382E044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EC4588E-0271-F4B4-9CB3-32D7203CC5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BA05A5-0517-4A37-865C-5DD63AFCA22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669775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6ADAB8-3E7C-81A9-7746-1CDF8E4B3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9D9C0D-5B0B-3D8B-08AC-4499AB3015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9BED10-0462-6C21-C1A5-E29245D5D4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467393-BCE0-422C-BA1B-A73D9EB22E6B}" type="datetime1">
              <a:rPr lang="en-AU" smtClean="0"/>
              <a:t>8/01/2024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0EE95F-AF29-1A7A-3963-08D7E37494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EE9C0B-BA44-1C2E-5C8D-25A6759654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BA05A5-0517-4A37-865C-5DD63AFCA22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779265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A6B7787-6E85-EDC5-F442-3ABCE8FB69E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87B493D-2593-5F64-5ED6-76A5ACE330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8CE194-BED9-837A-66F1-CFCBB598AC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DDCC4D-D08B-40F3-9BFB-AC61838CE563}" type="datetime1">
              <a:rPr lang="en-AU" smtClean="0"/>
              <a:t>8/01/2024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17B64D-A807-52B4-7336-2719FB5DF4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A92230-1F4F-F1B0-7BCD-79D3011D39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BA05A5-0517-4A37-865C-5DD63AFCA22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640516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B19159-8453-7DC5-6FC3-1D6EFFF344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C244E5-72B9-53C6-DA2E-7D16B2FF1B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BCCFB7-190D-6401-1FD6-5E8163ADBC6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7E6E6E-3B4C-478A-AEA8-AE1656F48933}" type="datetime1">
              <a:rPr lang="en-AU" smtClean="0"/>
              <a:t>8/01/2024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B8BEC1-D4F8-C1F2-4030-A0260FF9B55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6011EF-1A80-B1BF-F55E-A61DD2A06F9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5BA05A5-0517-4A37-865C-5DD63AFCA22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423617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customXml" Target="../ink/ink2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customXml" Target="../ink/ink3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customXml" Target="../ink/ink4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customXml" Target="../ink/ink5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EC9E92-1C9B-5FBA-0481-9DC54B0642D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CA" dirty="0"/>
              <a:t>CMPT 135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9A063FE-859C-2249-86C9-6A3558EFA8C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CA" dirty="0"/>
              <a:t>Lecture 1: Course Introduction</a:t>
            </a:r>
            <a:endParaRPr lang="en-AU" dirty="0"/>
          </a:p>
        </p:txBody>
      </p:sp>
      <p:pic>
        <p:nvPicPr>
          <p:cNvPr id="5" name="Picture 4" descr="A graphic design with various shapes and symbols&#10;&#10;Description automatically generated">
            <a:extLst>
              <a:ext uri="{FF2B5EF4-FFF2-40B4-BE49-F238E27FC236}">
                <a16:creationId xmlns:a16="http://schemas.microsoft.com/office/drawing/2014/main" id="{B434BB09-C858-2ADD-9F90-9BD78E7972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795" y="60455"/>
            <a:ext cx="3600329" cy="3736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05346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530B2A-3809-F837-03E9-07D5E1B8F1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Introduction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ECA53D-FC0F-2C1A-B9F0-8F6C988044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859936" cy="4351338"/>
          </a:xfrm>
        </p:spPr>
        <p:txBody>
          <a:bodyPr>
            <a:normAutofit fontScale="92500" lnSpcReduction="10000"/>
          </a:bodyPr>
          <a:lstStyle/>
          <a:p>
            <a:r>
              <a:rPr lang="en-CA" dirty="0"/>
              <a:t>CMPT 135 is a second course in C/C++ programming</a:t>
            </a:r>
          </a:p>
          <a:p>
            <a:pPr lvl="1"/>
            <a:r>
              <a:rPr lang="en-AU" dirty="0"/>
              <a:t>It’s assumed you’ve already done C/C++ programming in CMPT 130</a:t>
            </a:r>
          </a:p>
          <a:p>
            <a:r>
              <a:rPr lang="en-AU" dirty="0"/>
              <a:t>Main topics</a:t>
            </a:r>
          </a:p>
          <a:p>
            <a:pPr lvl="1"/>
            <a:r>
              <a:rPr lang="en-AU" dirty="0"/>
              <a:t>Testing</a:t>
            </a:r>
          </a:p>
          <a:p>
            <a:pPr lvl="1"/>
            <a:r>
              <a:rPr lang="en-AU" dirty="0"/>
              <a:t>Pointers and memory management</a:t>
            </a:r>
          </a:p>
          <a:p>
            <a:pPr lvl="1"/>
            <a:r>
              <a:rPr lang="en-AU" dirty="0"/>
              <a:t>Object-oriented programming</a:t>
            </a:r>
          </a:p>
          <a:p>
            <a:pPr lvl="1"/>
            <a:r>
              <a:rPr lang="en-AU" dirty="0"/>
              <a:t>Namespaces and exceptions</a:t>
            </a:r>
          </a:p>
          <a:p>
            <a:pPr lvl="1"/>
            <a:r>
              <a:rPr lang="en-AU" dirty="0"/>
              <a:t>Recursion</a:t>
            </a:r>
          </a:p>
          <a:p>
            <a:pPr lvl="1"/>
            <a:r>
              <a:rPr lang="en-AU" dirty="0"/>
              <a:t>Basic searching, sorting, and algorithms</a:t>
            </a:r>
          </a:p>
          <a:p>
            <a:pPr lvl="1"/>
            <a:r>
              <a:rPr lang="en-AU" dirty="0"/>
              <a:t>Templates and the STL</a:t>
            </a:r>
          </a:p>
          <a:p>
            <a:pPr lvl="1"/>
            <a:r>
              <a:rPr lang="en-AU" dirty="0"/>
              <a:t>If time: smart pointers, regular expressions, …</a:t>
            </a:r>
          </a:p>
          <a:p>
            <a:pPr lvl="1"/>
            <a:endParaRPr lang="en-AU" dirty="0"/>
          </a:p>
          <a:p>
            <a:endParaRPr lang="en-CA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86ADE6A8-96A3-221B-C48D-76A79BD02F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81604" y="1425681"/>
            <a:ext cx="2571750" cy="3371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5B28FFB-DB56-AF55-1830-909EA7B9D236}"/>
              </a:ext>
            </a:extLst>
          </p:cNvPr>
          <p:cNvSpPr txBox="1"/>
          <p:nvPr/>
        </p:nvSpPr>
        <p:spPr>
          <a:xfrm>
            <a:off x="9122817" y="4919623"/>
            <a:ext cx="243053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dirty="0"/>
              <a:t>Bjarne </a:t>
            </a:r>
            <a:r>
              <a:rPr lang="en-CA" dirty="0" err="1"/>
              <a:t>Stroustrup</a:t>
            </a:r>
            <a:br>
              <a:rPr lang="en-CA" dirty="0"/>
            </a:br>
            <a:r>
              <a:rPr lang="en-CA" dirty="0"/>
              <a:t>Original designer of C++</a:t>
            </a:r>
            <a:endParaRPr lang="en-AU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C5B06CA-90AE-EF0C-532F-2878F12803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BA05A5-0517-4A37-865C-5DD63AFCA22E}" type="slidenum">
              <a:rPr lang="en-AU" smtClean="0"/>
              <a:t>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570329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530B2A-3809-F837-03E9-07D5E1B8F1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Home Page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ECA53D-FC0F-2C1A-B9F0-8F6C988044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8536619" cy="4351338"/>
          </a:xfrm>
        </p:spPr>
        <p:txBody>
          <a:bodyPr/>
          <a:lstStyle/>
          <a:p>
            <a:r>
              <a:rPr lang="en-AU" dirty="0"/>
              <a:t>Go to CMPT 135 on Canvas</a:t>
            </a:r>
          </a:p>
          <a:p>
            <a:pPr lvl="1"/>
            <a:r>
              <a:rPr lang="en-AU" dirty="0"/>
              <a:t>On the home page is a link to the Obsidian notes website</a:t>
            </a:r>
          </a:p>
          <a:p>
            <a:pPr lvl="1"/>
            <a:r>
              <a:rPr lang="en-AU" dirty="0"/>
              <a:t>All assignment/exam/quiz dates are posted</a:t>
            </a:r>
          </a:p>
          <a:p>
            <a:pPr lvl="2"/>
            <a:r>
              <a:rPr lang="en-AU" dirty="0"/>
              <a:t>Except for the final exam: SFU will announce the day/time in a few weeks</a:t>
            </a:r>
          </a:p>
          <a:p>
            <a:pPr lvl="1"/>
            <a:r>
              <a:rPr lang="en-AU" dirty="0"/>
              <a:t>Assignment 1 is already posted if you want to get started</a:t>
            </a:r>
          </a:p>
          <a:p>
            <a:r>
              <a:rPr lang="en-AU" dirty="0"/>
              <a:t>Lots of notes, code, and examples are posted on Obsidian and </a:t>
            </a:r>
            <a:r>
              <a:rPr lang="en-AU" dirty="0" err="1"/>
              <a:t>github</a:t>
            </a:r>
            <a:endParaRPr lang="en-AU" dirty="0"/>
          </a:p>
          <a:p>
            <a:pPr marL="0" indent="0">
              <a:buNone/>
            </a:pPr>
            <a:endParaRPr lang="en-AU" dirty="0"/>
          </a:p>
          <a:p>
            <a:endParaRPr lang="en-CA" dirty="0"/>
          </a:p>
        </p:txBody>
      </p:sp>
      <p:pic>
        <p:nvPicPr>
          <p:cNvPr id="1028" name="Picture 4" descr="Canvas Brand">
            <a:extLst>
              <a:ext uri="{FF2B5EF4-FFF2-40B4-BE49-F238E27FC236}">
                <a16:creationId xmlns:a16="http://schemas.microsoft.com/office/drawing/2014/main" id="{C22BB41E-E153-AD5C-1E34-EDA47F66758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439" t="16048" r="16186" b="16811"/>
          <a:stretch/>
        </p:blipFill>
        <p:spPr bwMode="auto">
          <a:xfrm>
            <a:off x="9250532" y="550416"/>
            <a:ext cx="2263806" cy="22549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23C492-093F-FCA7-FAF0-33997B09D8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BA05A5-0517-4A37-865C-5DD63AFCA22E}" type="slidenum">
              <a:rPr lang="en-AU" smtClean="0"/>
              <a:t>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706454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530B2A-3809-F837-03E9-07D5E1B8F1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Labs and Office Hours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ECA53D-FC0F-2C1A-B9F0-8F6C988044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356543" cy="4351338"/>
          </a:xfrm>
        </p:spPr>
        <p:txBody>
          <a:bodyPr/>
          <a:lstStyle/>
          <a:p>
            <a:r>
              <a:rPr lang="en-AU" dirty="0"/>
              <a:t>Wednesday lab hours</a:t>
            </a:r>
          </a:p>
          <a:p>
            <a:pPr lvl="1"/>
            <a:r>
              <a:rPr lang="en-AU" dirty="0"/>
              <a:t>Optional</a:t>
            </a:r>
          </a:p>
          <a:p>
            <a:pPr lvl="1"/>
            <a:r>
              <a:rPr lang="en-AU" dirty="0"/>
              <a:t>You can go to any of the hours (not just your assigned one)</a:t>
            </a:r>
          </a:p>
          <a:p>
            <a:pPr lvl="1"/>
            <a:r>
              <a:rPr lang="en-AU" dirty="0"/>
              <a:t>TA will be there to help with assignments etc.</a:t>
            </a:r>
          </a:p>
          <a:p>
            <a:pPr lvl="1"/>
            <a:r>
              <a:rPr lang="en-AU" dirty="0"/>
              <a:t>First lab starts next week</a:t>
            </a:r>
          </a:p>
          <a:p>
            <a:r>
              <a:rPr lang="en-AU" dirty="0"/>
              <a:t>Weekly office hours</a:t>
            </a:r>
          </a:p>
          <a:p>
            <a:pPr lvl="1"/>
            <a:r>
              <a:rPr lang="en-AU" dirty="0"/>
              <a:t>My and TAs have office hours each week</a:t>
            </a:r>
          </a:p>
          <a:p>
            <a:pPr lvl="1"/>
            <a:r>
              <a:rPr lang="en-AU" dirty="0"/>
              <a:t>Check Canvas home page for times and locations</a:t>
            </a:r>
          </a:p>
          <a:p>
            <a:pPr marL="0" indent="0">
              <a:buNone/>
            </a:pPr>
            <a:endParaRPr lang="en-AU" dirty="0"/>
          </a:p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A7CF6A-6E0D-47FD-9E40-DDC8FAA66A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BA05A5-0517-4A37-865C-5DD63AFCA22E}" type="slidenum">
              <a:rPr lang="en-AU" smtClean="0"/>
              <a:t>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927749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530B2A-3809-F837-03E9-07D5E1B8F1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Quizzes, Assignments, and Exams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ECA53D-FC0F-2C1A-B9F0-8F6C988044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242732" cy="4351338"/>
          </a:xfrm>
        </p:spPr>
        <p:txBody>
          <a:bodyPr>
            <a:normAutofit fontScale="92500"/>
          </a:bodyPr>
          <a:lstStyle/>
          <a:p>
            <a:r>
              <a:rPr lang="en-AU" dirty="0"/>
              <a:t>Weekly quizzes</a:t>
            </a:r>
          </a:p>
          <a:p>
            <a:pPr lvl="1"/>
            <a:r>
              <a:rPr lang="en-AU" dirty="0"/>
              <a:t>Done on Canvas each Friday</a:t>
            </a:r>
          </a:p>
          <a:p>
            <a:pPr lvl="1"/>
            <a:r>
              <a:rPr lang="en-AU" dirty="0"/>
              <a:t>Have until the Sunday to do them</a:t>
            </a:r>
          </a:p>
          <a:p>
            <a:pPr lvl="1"/>
            <a:r>
              <a:rPr lang="en-AU" dirty="0"/>
              <a:t>Multiple choice and similar questions covering topics up to about the Monday of that week</a:t>
            </a:r>
          </a:p>
          <a:p>
            <a:pPr lvl="1"/>
            <a:r>
              <a:rPr lang="en-AU" dirty="0"/>
              <a:t>Lowest-scoring quiz will be ignored</a:t>
            </a:r>
          </a:p>
          <a:p>
            <a:r>
              <a:rPr lang="en-AU" dirty="0"/>
              <a:t>Assignments</a:t>
            </a:r>
          </a:p>
          <a:p>
            <a:pPr lvl="1"/>
            <a:r>
              <a:rPr lang="en-AU" dirty="0"/>
              <a:t>5 programming assignments</a:t>
            </a:r>
          </a:p>
          <a:p>
            <a:r>
              <a:rPr lang="en-AU" dirty="0"/>
              <a:t>Exams</a:t>
            </a:r>
          </a:p>
          <a:p>
            <a:pPr lvl="1"/>
            <a:r>
              <a:rPr lang="en-AU" dirty="0"/>
              <a:t>Midterm exam</a:t>
            </a:r>
          </a:p>
          <a:p>
            <a:pPr lvl="1"/>
            <a:r>
              <a:rPr lang="en-AU" dirty="0"/>
              <a:t>Final exam</a:t>
            </a:r>
          </a:p>
          <a:p>
            <a:pPr marL="0" indent="0">
              <a:buNone/>
            </a:pPr>
            <a:endParaRPr lang="en-AU" dirty="0"/>
          </a:p>
          <a:p>
            <a:endParaRPr lang="en-CA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80CFC8A-9182-566D-3605-0FF2956EE392}"/>
              </a:ext>
            </a:extLst>
          </p:cNvPr>
          <p:cNvSpPr txBox="1"/>
          <p:nvPr/>
        </p:nvSpPr>
        <p:spPr>
          <a:xfrm>
            <a:off x="7708706" y="2947240"/>
            <a:ext cx="2526654" cy="64633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CA" dirty="0"/>
              <a:t>See Canvas for exact</a:t>
            </a:r>
            <a:br>
              <a:rPr lang="en-CA" dirty="0"/>
            </a:br>
            <a:r>
              <a:rPr lang="en-CA" dirty="0"/>
              <a:t>due dates, % weight, etc.</a:t>
            </a:r>
            <a:endParaRPr lang="en-AU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749C69D-C75B-A915-592D-A65D043C8C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BA05A5-0517-4A37-865C-5DD63AFCA22E}" type="slidenum">
              <a:rPr lang="en-AU" smtClean="0"/>
              <a:t>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218415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530B2A-3809-F837-03E9-07D5E1B8F1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Getting Started with C++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ECA53D-FC0F-2C1A-B9F0-8F6C988044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278046" cy="4351338"/>
          </a:xfrm>
        </p:spPr>
        <p:txBody>
          <a:bodyPr>
            <a:normAutofit fontScale="92500" lnSpcReduction="10000"/>
          </a:bodyPr>
          <a:lstStyle/>
          <a:p>
            <a:r>
              <a:rPr lang="en-AU" dirty="0"/>
              <a:t>Your assignments will be compiled, run, and marked using g++ on Ubuntu Linux</a:t>
            </a:r>
          </a:p>
          <a:p>
            <a:r>
              <a:rPr lang="en-AU" dirty="0"/>
              <a:t>So you should use the same environment for writing your programs</a:t>
            </a:r>
          </a:p>
          <a:p>
            <a:pPr lvl="1"/>
            <a:r>
              <a:rPr lang="en-AU" dirty="0"/>
              <a:t>On Windows, installing Windows Subsystem for Linux (WSL) is the easiest way to get Linux</a:t>
            </a:r>
          </a:p>
          <a:p>
            <a:pPr lvl="1"/>
            <a:r>
              <a:rPr lang="en-AU" dirty="0"/>
              <a:t>On a Mac, you can probably use the built-in terminal</a:t>
            </a:r>
          </a:p>
          <a:p>
            <a:r>
              <a:rPr lang="en-AU" dirty="0"/>
              <a:t>We recommend you VS Code for this course</a:t>
            </a:r>
          </a:p>
          <a:p>
            <a:pPr lvl="1"/>
            <a:r>
              <a:rPr lang="en-AU" dirty="0"/>
              <a:t>Free, popular, high-quality programming editor</a:t>
            </a:r>
          </a:p>
          <a:p>
            <a:pPr lvl="1"/>
            <a:r>
              <a:rPr lang="en-AU" dirty="0"/>
              <a:t>Supports C++ and lots of other languages</a:t>
            </a:r>
          </a:p>
          <a:p>
            <a:pPr lvl="1"/>
            <a:r>
              <a:rPr lang="en-AU" dirty="0"/>
              <a:t>Works well with WSL</a:t>
            </a:r>
          </a:p>
          <a:p>
            <a:pPr lvl="1"/>
            <a:r>
              <a:rPr lang="en-AU" dirty="0"/>
              <a:t>In class I use WSL and VS Code</a:t>
            </a:r>
          </a:p>
          <a:p>
            <a:pPr marL="0" indent="0">
              <a:buNone/>
            </a:pPr>
            <a:endParaRPr lang="en-AU" dirty="0"/>
          </a:p>
          <a:p>
            <a:endParaRPr lang="en-CA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E56791B9-14F5-FF82-F279-DD7BB51740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28467" y="4261257"/>
            <a:ext cx="1915706" cy="19157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Linux - Wikipedia">
            <a:extLst>
              <a:ext uri="{FF2B5EF4-FFF2-40B4-BE49-F238E27FC236}">
                <a16:creationId xmlns:a16="http://schemas.microsoft.com/office/drawing/2014/main" id="{C7716F53-ED9A-360F-2DDF-04DF96AB7B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01073" y="895246"/>
            <a:ext cx="1943100" cy="2305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EB9EE0-732B-46A2-1BA7-0951DD80AA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BA05A5-0517-4A37-865C-5DD63AFCA22E}" type="slidenum">
              <a:rPr lang="en-AU" smtClean="0"/>
              <a:t>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564140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530B2A-3809-F837-03E9-07D5E1B8F1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C++ Version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ECA53D-FC0F-2C1A-B9F0-8F6C988044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814732" cy="4351338"/>
          </a:xfrm>
        </p:spPr>
        <p:txBody>
          <a:bodyPr>
            <a:normAutofit/>
          </a:bodyPr>
          <a:lstStyle/>
          <a:p>
            <a:r>
              <a:rPr lang="en-AU" dirty="0"/>
              <a:t>We’ll be using C++17</a:t>
            </a:r>
          </a:p>
          <a:p>
            <a:r>
              <a:rPr lang="en-AU" dirty="0"/>
              <a:t>Later version of C++ are not yet fully supported by all compilers</a:t>
            </a:r>
          </a:p>
          <a:p>
            <a:r>
              <a:rPr lang="en-AU" dirty="0"/>
              <a:t>If you use features beyond C++17, your programs might not compile when marked!</a:t>
            </a:r>
          </a:p>
          <a:p>
            <a:r>
              <a:rPr lang="en-AU" dirty="0"/>
              <a:t>We’ll provide exact compiler options to make sure you use the correct version</a:t>
            </a:r>
          </a:p>
          <a:p>
            <a:pPr lvl="1"/>
            <a:r>
              <a:rPr lang="en-AU" dirty="0"/>
              <a:t>in a </a:t>
            </a:r>
            <a:r>
              <a:rPr lang="en-AU" dirty="0" err="1"/>
              <a:t>makefile</a:t>
            </a:r>
            <a:endParaRPr lang="en-AU" dirty="0"/>
          </a:p>
          <a:p>
            <a:pPr marL="0" indent="0">
              <a:buNone/>
            </a:pPr>
            <a:endParaRPr lang="en-AU" dirty="0"/>
          </a:p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8E83FB-1C82-68F6-91EC-721A20685B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BA05A5-0517-4A37-865C-5DD63AFCA22E}" type="slidenum">
              <a:rPr lang="en-AU" smtClean="0"/>
              <a:t>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410104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530B2A-3809-F837-03E9-07D5E1B8F1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Review of C++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ECA53D-FC0F-2C1A-B9F0-8F6C988044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814732" cy="4351338"/>
          </a:xfrm>
        </p:spPr>
        <p:txBody>
          <a:bodyPr>
            <a:normAutofit/>
          </a:bodyPr>
          <a:lstStyle/>
          <a:p>
            <a:r>
              <a:rPr lang="en-AU" dirty="0"/>
              <a:t>Sample code to review </a:t>
            </a:r>
          </a:p>
          <a:p>
            <a:pPr lvl="1"/>
            <a:r>
              <a:rPr lang="en-AU" dirty="0"/>
              <a:t>Hello, world</a:t>
            </a:r>
          </a:p>
          <a:p>
            <a:pPr lvl="1"/>
            <a:r>
              <a:rPr lang="en-AU" dirty="0"/>
              <a:t>Basic types</a:t>
            </a:r>
          </a:p>
          <a:p>
            <a:pPr lvl="1"/>
            <a:r>
              <a:rPr lang="en-AU" dirty="0"/>
              <a:t>If statements and switch statements</a:t>
            </a:r>
          </a:p>
          <a:p>
            <a:pPr lvl="1"/>
            <a:r>
              <a:rPr lang="en-AU" dirty="0"/>
              <a:t>Loops: while, for, for-each</a:t>
            </a:r>
          </a:p>
          <a:p>
            <a:endParaRPr lang="en-AU" dirty="0"/>
          </a:p>
          <a:p>
            <a:pPr marL="0" indent="0">
              <a:buNone/>
            </a:pPr>
            <a:endParaRPr lang="en-AU" dirty="0"/>
          </a:p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A313AF-123B-EDC5-AC69-CC16268B28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BA05A5-0517-4A37-865C-5DD63AFCA22E}" type="slidenum">
              <a:rPr lang="en-AU" smtClean="0"/>
              <a:t>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698609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7DFC4003-7388-3EED-D126-02544346128E}"/>
              </a:ext>
            </a:extLst>
          </p:cNvPr>
          <p:cNvSpPr txBox="1"/>
          <p:nvPr/>
        </p:nvSpPr>
        <p:spPr>
          <a:xfrm>
            <a:off x="699989" y="570278"/>
            <a:ext cx="8442434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3600" dirty="0">
                <a:latin typeface="Consolas" panose="020B0609020204030204" pitchFamily="49" charset="0"/>
              </a:rPr>
              <a:t>// hello_world.cpp</a:t>
            </a:r>
          </a:p>
          <a:p>
            <a:endParaRPr lang="en-CA" sz="3600" dirty="0">
              <a:solidFill>
                <a:srgbClr val="6A9955"/>
              </a:solidFill>
              <a:latin typeface="Consolas" panose="020B0609020204030204" pitchFamily="49" charset="0"/>
            </a:endParaRPr>
          </a:p>
          <a:p>
            <a:r>
              <a:rPr lang="en-CA" sz="3600" dirty="0">
                <a:latin typeface="Consolas" panose="020B0609020204030204" pitchFamily="49" charset="0"/>
              </a:rPr>
              <a:t>#include &lt;iostream&gt;</a:t>
            </a:r>
          </a:p>
          <a:p>
            <a:endParaRPr lang="en-CA" sz="3600" dirty="0">
              <a:latin typeface="Consolas" panose="020B0609020204030204" pitchFamily="49" charset="0"/>
            </a:endParaRPr>
          </a:p>
          <a:p>
            <a:r>
              <a:rPr lang="en-CA" sz="3600" dirty="0">
                <a:latin typeface="Consolas" panose="020B0609020204030204" pitchFamily="49" charset="0"/>
              </a:rPr>
              <a:t>using namespace std;</a:t>
            </a:r>
          </a:p>
          <a:p>
            <a:endParaRPr lang="en-CA" sz="3600" dirty="0">
              <a:latin typeface="Consolas" panose="020B0609020204030204" pitchFamily="49" charset="0"/>
            </a:endParaRPr>
          </a:p>
          <a:p>
            <a:r>
              <a:rPr lang="en-CA" sz="3600" dirty="0">
                <a:latin typeface="Consolas" panose="020B0609020204030204" pitchFamily="49" charset="0"/>
              </a:rPr>
              <a:t>int main()</a:t>
            </a:r>
          </a:p>
          <a:p>
            <a:r>
              <a:rPr lang="en-CA" sz="3600" dirty="0">
                <a:latin typeface="Consolas" panose="020B0609020204030204" pitchFamily="49" charset="0"/>
              </a:rPr>
              <a:t>{</a:t>
            </a:r>
          </a:p>
          <a:p>
            <a:r>
              <a:rPr lang="en-CA" sz="3600" dirty="0">
                <a:latin typeface="Consolas" panose="020B0609020204030204" pitchFamily="49" charset="0"/>
              </a:rPr>
              <a:t>    </a:t>
            </a:r>
            <a:r>
              <a:rPr lang="en-CA" sz="3600" dirty="0" err="1">
                <a:latin typeface="Consolas" panose="020B0609020204030204" pitchFamily="49" charset="0"/>
              </a:rPr>
              <a:t>cout</a:t>
            </a:r>
            <a:r>
              <a:rPr lang="en-CA" sz="3600" dirty="0">
                <a:latin typeface="Consolas" panose="020B0609020204030204" pitchFamily="49" charset="0"/>
              </a:rPr>
              <a:t> &lt;&lt; "Hello World!\n";</a:t>
            </a:r>
          </a:p>
          <a:p>
            <a:r>
              <a:rPr lang="en-CA" sz="3600" dirty="0">
                <a:latin typeface="Consolas" panose="020B0609020204030204" pitchFamily="49" charset="0"/>
              </a:rPr>
              <a:t>}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F56F3015-72FB-5932-60FB-54EF339CA16D}"/>
                  </a:ext>
                </a:extLst>
              </p14:cNvPr>
              <p14:cNvContentPartPr/>
              <p14:nvPr/>
            </p14:nvContentPartPr>
            <p14:xfrm>
              <a:off x="592200" y="145080"/>
              <a:ext cx="6151680" cy="441828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F56F3015-72FB-5932-60FB-54EF339CA16D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82840" y="135720"/>
                <a:ext cx="6170400" cy="4437000"/>
              </a:xfrm>
              <a:prstGeom prst="rect">
                <a:avLst/>
              </a:prstGeom>
            </p:spPr>
          </p:pic>
        </mc:Fallback>
      </mc:AlternateContent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3C46BD3-8B13-6913-3716-A649D52427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BA05A5-0517-4A37-865C-5DD63AFCA22E}" type="slidenum">
              <a:rPr lang="en-AU" smtClean="0"/>
              <a:t>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369211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7DFC4003-7388-3EED-D126-02544346128E}"/>
              </a:ext>
            </a:extLst>
          </p:cNvPr>
          <p:cNvSpPr txBox="1"/>
          <p:nvPr/>
        </p:nvSpPr>
        <p:spPr>
          <a:xfrm>
            <a:off x="731519" y="1569965"/>
            <a:ext cx="5246765" cy="4832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int a; </a:t>
            </a:r>
          </a:p>
          <a:p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int b = 5;</a:t>
            </a:r>
            <a:br>
              <a:rPr lang="en-US" sz="2800" dirty="0">
                <a:latin typeface="Consolas" panose="020B0609020204030204" pitchFamily="49" charset="0"/>
              </a:rPr>
            </a:br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>
                <a:latin typeface="Consolas" panose="020B0609020204030204" pitchFamily="49" charset="0"/>
              </a:rPr>
              <a:t>int b2(5);</a:t>
            </a:r>
            <a:br>
              <a:rPr lang="en-US" sz="2800" dirty="0">
                <a:latin typeface="Consolas" panose="020B0609020204030204" pitchFamily="49" charset="0"/>
              </a:rPr>
            </a:b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int b3{5};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>
                <a:latin typeface="Consolas" panose="020B0609020204030204" pitchFamily="49" charset="0"/>
              </a:rPr>
              <a:t>int c = 5.5;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>
                <a:latin typeface="Consolas" panose="020B0609020204030204" pitchFamily="49" charset="0"/>
              </a:rPr>
              <a:t>auto d = 5;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DE27F44-F97A-4C08-E56C-AF70307162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CA" dirty="0"/>
              <a:t>int type (whole numbers)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8F21E7-2171-A8DA-B2E0-86457790EC9C}"/>
              </a:ext>
            </a:extLst>
          </p:cNvPr>
          <p:cNvSpPr txBox="1"/>
          <p:nvPr/>
        </p:nvSpPr>
        <p:spPr>
          <a:xfrm>
            <a:off x="7542223" y="490359"/>
            <a:ext cx="2308132" cy="1200329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sv-SE" dirty="0"/>
              <a:t>For 32-bit ints:</a:t>
            </a:r>
          </a:p>
          <a:p>
            <a:endParaRPr lang="sv-SE" dirty="0"/>
          </a:p>
          <a:p>
            <a:r>
              <a:rPr lang="sv-SE" dirty="0"/>
              <a:t>min int = -2147483648</a:t>
            </a:r>
          </a:p>
          <a:p>
            <a:r>
              <a:rPr lang="sv-SE" dirty="0"/>
              <a:t>max int = 2147483647</a:t>
            </a:r>
            <a:endParaRPr lang="en-CA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4AD46066-A55D-19E5-04A5-D626A0820F89}"/>
                  </a:ext>
                </a:extLst>
              </p14:cNvPr>
              <p14:cNvContentPartPr/>
              <p14:nvPr/>
            </p14:nvContentPartPr>
            <p14:xfrm>
              <a:off x="574560" y="1272240"/>
              <a:ext cx="9687600" cy="510372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4AD46066-A55D-19E5-04A5-D626A0820F89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65200" y="1262880"/>
                <a:ext cx="9706320" cy="5122440"/>
              </a:xfrm>
              <a:prstGeom prst="rect">
                <a:avLst/>
              </a:prstGeom>
            </p:spPr>
          </p:pic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14EE9C-6742-D900-B75A-B85E8ED6AA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BA05A5-0517-4A37-865C-5DD63AFCA22E}" type="slidenum">
              <a:rPr lang="en-AU" smtClean="0"/>
              <a:t>10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174026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7DFC4003-7388-3EED-D126-02544346128E}"/>
              </a:ext>
            </a:extLst>
          </p:cNvPr>
          <p:cNvSpPr txBox="1"/>
          <p:nvPr/>
        </p:nvSpPr>
        <p:spPr>
          <a:xfrm>
            <a:off x="542333" y="1494291"/>
            <a:ext cx="8442434" cy="4832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double e;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double f = 5;</a:t>
            </a:r>
          </a:p>
          <a:p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double g = 5.5;</a:t>
            </a:r>
            <a:br>
              <a:rPr lang="en-US" sz="2800" dirty="0">
                <a:latin typeface="Consolas" panose="020B0609020204030204" pitchFamily="49" charset="0"/>
              </a:rPr>
            </a:b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double g2(5.5);</a:t>
            </a:r>
            <a:br>
              <a:rPr lang="en-US" sz="2800" dirty="0">
                <a:latin typeface="Consolas" panose="020B0609020204030204" pitchFamily="49" charset="0"/>
              </a:rPr>
            </a:b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double g2{5.5};</a:t>
            </a:r>
          </a:p>
          <a:p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auto h = 5.5;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DE27F44-F97A-4C08-E56C-AF70307162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CA" dirty="0"/>
              <a:t>double type (decimal numbers)</a:t>
            </a:r>
            <a:endParaRPr lang="en-AU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F80642E4-756D-BD90-DDE3-E262B62E1337}"/>
                  </a:ext>
                </a:extLst>
              </p14:cNvPr>
              <p14:cNvContentPartPr/>
              <p14:nvPr/>
            </p14:nvContentPartPr>
            <p14:xfrm>
              <a:off x="707040" y="1334880"/>
              <a:ext cx="6651000" cy="427932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F80642E4-756D-BD90-DDE3-E262B62E133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97680" y="1325520"/>
                <a:ext cx="6669720" cy="4298040"/>
              </a:xfrm>
              <a:prstGeom prst="rect">
                <a:avLst/>
              </a:prstGeom>
            </p:spPr>
          </p:pic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FBE832-418F-4831-36FA-C67947338D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BA05A5-0517-4A37-865C-5DD63AFCA22E}" type="slidenum">
              <a:rPr lang="en-AU" smtClean="0"/>
              <a:t>11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757188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7DFC4003-7388-3EED-D126-02544346128E}"/>
              </a:ext>
            </a:extLst>
          </p:cNvPr>
          <p:cNvSpPr txBox="1"/>
          <p:nvPr/>
        </p:nvSpPr>
        <p:spPr>
          <a:xfrm>
            <a:off x="542333" y="1494291"/>
            <a:ext cx="10392630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char </a:t>
            </a:r>
            <a:r>
              <a:rPr lang="en-US" sz="2800" dirty="0" err="1">
                <a:latin typeface="Consolas" panose="020B0609020204030204" pitchFamily="49" charset="0"/>
              </a:rPr>
              <a:t>i</a:t>
            </a:r>
            <a:r>
              <a:rPr lang="en-US" sz="2800" dirty="0">
                <a:latin typeface="Consolas" panose="020B0609020204030204" pitchFamily="49" charset="0"/>
              </a:rPr>
              <a:t>; // unknown initial value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char j = 'a';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char k = 97;  // ASCII value of 'a'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auto l = 'a'; 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 err="1">
                <a:latin typeface="Consolas" panose="020B0609020204030204" pitchFamily="49" charset="0"/>
              </a:rPr>
              <a:t>cout</a:t>
            </a:r>
            <a:r>
              <a:rPr lang="en-US" sz="2800" dirty="0">
                <a:latin typeface="Consolas" panose="020B0609020204030204" pitchFamily="49" charset="0"/>
              </a:rPr>
              <a:t> &lt;&lt; j;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 err="1">
                <a:latin typeface="Consolas" panose="020B0609020204030204" pitchFamily="49" charset="0"/>
              </a:rPr>
              <a:t>cout</a:t>
            </a:r>
            <a:r>
              <a:rPr lang="en-US" sz="2800" dirty="0">
                <a:latin typeface="Consolas" panose="020B0609020204030204" pitchFamily="49" charset="0"/>
              </a:rPr>
              <a:t> &lt;&lt; k; 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 err="1">
                <a:latin typeface="Consolas" panose="020B0609020204030204" pitchFamily="49" charset="0"/>
              </a:rPr>
              <a:t>cout</a:t>
            </a:r>
            <a:r>
              <a:rPr lang="en-US" sz="2800" dirty="0">
                <a:latin typeface="Consolas" panose="020B0609020204030204" pitchFamily="49" charset="0"/>
              </a:rPr>
              <a:t> &lt;&lt; int(j);</a:t>
            </a:r>
          </a:p>
          <a:p>
            <a:r>
              <a:rPr lang="en-US" sz="2800" dirty="0" err="1">
                <a:latin typeface="Consolas" panose="020B0609020204030204" pitchFamily="49" charset="0"/>
              </a:rPr>
              <a:t>cout</a:t>
            </a:r>
            <a:r>
              <a:rPr lang="en-US" sz="2800" dirty="0">
                <a:latin typeface="Consolas" panose="020B0609020204030204" pitchFamily="49" charset="0"/>
              </a:rPr>
              <a:t> &lt;&lt; int(k);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fr-FR" sz="2800" dirty="0">
                <a:latin typeface="Consolas" panose="020B0609020204030204" pitchFamily="49" charset="0"/>
              </a:rPr>
              <a:t>cout &lt;&lt; </a:t>
            </a:r>
            <a:r>
              <a:rPr lang="fr-FR" sz="2800" dirty="0" err="1">
                <a:latin typeface="Consolas" panose="020B0609020204030204" pitchFamily="49" charset="0"/>
              </a:rPr>
              <a:t>int</a:t>
            </a:r>
            <a:r>
              <a:rPr lang="fr-FR" sz="2800" dirty="0">
                <a:latin typeface="Consolas" panose="020B0609020204030204" pitchFamily="49" charset="0"/>
              </a:rPr>
              <a:t>('a');</a:t>
            </a:r>
          </a:p>
          <a:p>
            <a:r>
              <a:rPr lang="fr-FR" sz="2800" dirty="0">
                <a:latin typeface="Consolas" panose="020B0609020204030204" pitchFamily="49" charset="0"/>
              </a:rPr>
              <a:t>cout &lt;&lt; char(97);</a:t>
            </a:r>
            <a:endParaRPr lang="en-US" sz="2800" dirty="0">
              <a:latin typeface="Consolas" panose="020B0609020204030204" pitchFamily="49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DE27F44-F97A-4C08-E56C-AF70307162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CA" dirty="0"/>
              <a:t>char type (single character)</a:t>
            </a:r>
            <a:endParaRPr lang="en-AU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7636F037-2CAA-E8CC-5826-CF518C6368E1}"/>
                  </a:ext>
                </a:extLst>
              </p14:cNvPr>
              <p14:cNvContentPartPr/>
              <p14:nvPr/>
            </p14:nvContentPartPr>
            <p14:xfrm>
              <a:off x="365040" y="576360"/>
              <a:ext cx="10231920" cy="514584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7636F037-2CAA-E8CC-5826-CF518C6368E1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55680" y="567000"/>
                <a:ext cx="10250640" cy="5164560"/>
              </a:xfrm>
              <a:prstGeom prst="rect">
                <a:avLst/>
              </a:prstGeom>
            </p:spPr>
          </p:pic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BE0964-0AC1-F448-B064-C34FA7DA64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BA05A5-0517-4A37-865C-5DD63AFCA22E}" type="slidenum">
              <a:rPr lang="en-AU" smtClean="0"/>
              <a:t>12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117533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7DFC4003-7388-3EED-D126-02544346128E}"/>
              </a:ext>
            </a:extLst>
          </p:cNvPr>
          <p:cNvSpPr txBox="1"/>
          <p:nvPr/>
        </p:nvSpPr>
        <p:spPr>
          <a:xfrm>
            <a:off x="542333" y="1487985"/>
            <a:ext cx="10392630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unsigned int m;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unsigned int n = 5;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unsigned int p = -5;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auto q = 5u; </a:t>
            </a:r>
          </a:p>
          <a:p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 err="1">
                <a:latin typeface="Consolas" panose="020B0609020204030204" pitchFamily="49" charset="0"/>
              </a:rPr>
              <a:t>cout</a:t>
            </a:r>
            <a:r>
              <a:rPr lang="en-US" sz="2800" dirty="0">
                <a:latin typeface="Consolas" panose="020B0609020204030204" pitchFamily="49" charset="0"/>
              </a:rPr>
              <a:t> &lt;&lt; p; // prints 4294967291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 err="1">
                <a:latin typeface="Consolas" panose="020B0609020204030204" pitchFamily="49" charset="0"/>
              </a:rPr>
              <a:t>cout</a:t>
            </a:r>
            <a:r>
              <a:rPr lang="en-US" sz="2800" dirty="0">
                <a:latin typeface="Consolas" panose="020B0609020204030204" pitchFamily="49" charset="0"/>
              </a:rPr>
              <a:t> &lt;&lt; q;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DE27F44-F97A-4C08-E56C-AF70307162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CA" dirty="0"/>
              <a:t>unsigned int type (non-negative </a:t>
            </a:r>
            <a:r>
              <a:rPr lang="en-CA" dirty="0" err="1"/>
              <a:t>ints</a:t>
            </a:r>
            <a:r>
              <a:rPr lang="en-CA" dirty="0"/>
              <a:t>)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2700EDD-5E98-F7F1-BBBF-7750125F5386}"/>
              </a:ext>
            </a:extLst>
          </p:cNvPr>
          <p:cNvSpPr txBox="1"/>
          <p:nvPr/>
        </p:nvSpPr>
        <p:spPr>
          <a:xfrm>
            <a:off x="7926902" y="1411065"/>
            <a:ext cx="3178049" cy="1200329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sv-SE" dirty="0"/>
              <a:t>For 32-bit ints:</a:t>
            </a:r>
          </a:p>
          <a:p>
            <a:endParaRPr lang="sv-SE" dirty="0"/>
          </a:p>
          <a:p>
            <a:r>
              <a:rPr lang="sv-SE" dirty="0"/>
              <a:t>min unsigned int = 0</a:t>
            </a:r>
            <a:br>
              <a:rPr lang="sv-SE" dirty="0"/>
            </a:br>
            <a:r>
              <a:rPr lang="sv-SE" dirty="0"/>
              <a:t>max unsigned int = 4294967295</a:t>
            </a:r>
            <a:endParaRPr lang="en-CA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D39EACDE-9595-D7A8-F764-2F6878BA6352}"/>
                  </a:ext>
                </a:extLst>
              </p14:cNvPr>
              <p14:cNvContentPartPr/>
              <p14:nvPr/>
            </p14:nvContentPartPr>
            <p14:xfrm>
              <a:off x="480960" y="1435320"/>
              <a:ext cx="3043440" cy="47880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D39EACDE-9595-D7A8-F764-2F6878BA635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71600" y="1425960"/>
                <a:ext cx="3062160" cy="497520"/>
              </a:xfrm>
              <a:prstGeom prst="rect">
                <a:avLst/>
              </a:prstGeom>
            </p:spPr>
          </p:pic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AC991E-7A9D-8192-5219-6A1EA37471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BA05A5-0517-4A37-865C-5DD63AFCA22E}" type="slidenum">
              <a:rPr lang="en-AU" smtClean="0"/>
              <a:t>13</a:t>
            </a:fld>
            <a:endParaRPr lang="en-A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68387AE-3791-2DF4-47EE-65B815974F68}"/>
              </a:ext>
            </a:extLst>
          </p:cNvPr>
          <p:cNvSpPr txBox="1"/>
          <p:nvPr/>
        </p:nvSpPr>
        <p:spPr>
          <a:xfrm>
            <a:off x="7609923" y="3042256"/>
            <a:ext cx="2123525" cy="95410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sz="1400" dirty="0"/>
              <a:t>The </a:t>
            </a:r>
            <a:r>
              <a:rPr lang="en-CA" sz="1400" b="1" dirty="0"/>
              <a:t>u</a:t>
            </a:r>
            <a:r>
              <a:rPr lang="en-CA" sz="1400" dirty="0"/>
              <a:t> at the end means </a:t>
            </a:r>
            <a:r>
              <a:rPr lang="en-CA" sz="1400" b="1" dirty="0"/>
              <a:t>5u</a:t>
            </a:r>
            <a:r>
              <a:rPr lang="en-CA" sz="1400" dirty="0"/>
              <a:t> is an </a:t>
            </a:r>
            <a:r>
              <a:rPr lang="en-CA" sz="1400" b="1" dirty="0"/>
              <a:t>unsigned int </a:t>
            </a:r>
            <a:r>
              <a:rPr lang="en-CA" sz="1400" dirty="0"/>
              <a:t>literal. Without the </a:t>
            </a:r>
            <a:r>
              <a:rPr lang="en-CA" sz="1400" b="1" dirty="0"/>
              <a:t>u</a:t>
            </a:r>
            <a:r>
              <a:rPr lang="en-CA" sz="1400" dirty="0"/>
              <a:t>, it would be 5 which is of type </a:t>
            </a:r>
            <a:r>
              <a:rPr lang="en-CA" sz="1400" b="1" dirty="0"/>
              <a:t>int</a:t>
            </a:r>
            <a:r>
              <a:rPr lang="en-CA" sz="1400" dirty="0"/>
              <a:t>.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69436B0-E80B-6CB3-AA27-143A6FAC340A}"/>
              </a:ext>
            </a:extLst>
          </p:cNvPr>
          <p:cNvCxnSpPr>
            <a:stCxn id="6" idx="1"/>
          </p:cNvCxnSpPr>
          <p:nvPr/>
        </p:nvCxnSpPr>
        <p:spPr>
          <a:xfrm flipH="1" flipV="1">
            <a:off x="2924569" y="3098380"/>
            <a:ext cx="4685354" cy="4209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6835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7DFC4003-7388-3EED-D126-02544346128E}"/>
              </a:ext>
            </a:extLst>
          </p:cNvPr>
          <p:cNvSpPr txBox="1"/>
          <p:nvPr/>
        </p:nvSpPr>
        <p:spPr>
          <a:xfrm>
            <a:off x="542333" y="1487985"/>
            <a:ext cx="5595114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typedef unsigned int </a:t>
            </a:r>
            <a:r>
              <a:rPr lang="en-US" sz="2800" dirty="0" err="1">
                <a:latin typeface="Consolas" panose="020B0609020204030204" pitchFamily="49" charset="0"/>
              </a:rPr>
              <a:t>uint</a:t>
            </a:r>
            <a:r>
              <a:rPr lang="en-US" sz="2800" dirty="0">
                <a:latin typeface="Consolas" panose="020B0609020204030204" pitchFamily="49" charset="0"/>
              </a:rPr>
              <a:t>;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 err="1">
                <a:latin typeface="Consolas" panose="020B0609020204030204" pitchFamily="49" charset="0"/>
              </a:rPr>
              <a:t>uint</a:t>
            </a:r>
            <a:r>
              <a:rPr lang="en-US" sz="2800" dirty="0">
                <a:latin typeface="Consolas" panose="020B0609020204030204" pitchFamily="49" charset="0"/>
              </a:rPr>
              <a:t> m;</a:t>
            </a:r>
          </a:p>
          <a:p>
            <a:r>
              <a:rPr lang="en-US" sz="2800" dirty="0" err="1">
                <a:latin typeface="Consolas" panose="020B0609020204030204" pitchFamily="49" charset="0"/>
              </a:rPr>
              <a:t>uint</a:t>
            </a:r>
            <a:r>
              <a:rPr lang="en-US" sz="2800" dirty="0">
                <a:latin typeface="Consolas" panose="020B0609020204030204" pitchFamily="49" charset="0"/>
              </a:rPr>
              <a:t> n = 5;</a:t>
            </a:r>
          </a:p>
          <a:p>
            <a:r>
              <a:rPr lang="en-US" sz="2800" dirty="0" err="1">
                <a:latin typeface="Consolas" panose="020B0609020204030204" pitchFamily="49" charset="0"/>
              </a:rPr>
              <a:t>uint</a:t>
            </a:r>
            <a:r>
              <a:rPr lang="en-US" sz="2800" dirty="0">
                <a:latin typeface="Consolas" panose="020B0609020204030204" pitchFamily="49" charset="0"/>
              </a:rPr>
              <a:t> p = -5;</a:t>
            </a:r>
          </a:p>
          <a:p>
            <a:endParaRPr lang="en-US" sz="2800" dirty="0">
              <a:latin typeface="Consolas" panose="020B0609020204030204" pitchFamily="49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DE27F44-F97A-4C08-E56C-AF70307162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CA" dirty="0"/>
              <a:t>unsigned int type (non-negative </a:t>
            </a:r>
            <a:r>
              <a:rPr lang="en-CA" dirty="0" err="1"/>
              <a:t>ints</a:t>
            </a:r>
            <a:r>
              <a:rPr lang="en-CA" dirty="0"/>
              <a:t>)</a:t>
            </a:r>
            <a:endParaRPr lang="en-AU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D53C254-130D-D63A-F9AD-674173AC79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BA05A5-0517-4A37-865C-5DD63AFCA22E}" type="slidenum">
              <a:rPr lang="en-AU" smtClean="0"/>
              <a:t>14</a:t>
            </a:fld>
            <a:endParaRPr lang="en-AU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A599178-1E24-8783-F8FB-737D1B50B591}"/>
              </a:ext>
            </a:extLst>
          </p:cNvPr>
          <p:cNvSpPr/>
          <p:nvPr/>
        </p:nvSpPr>
        <p:spPr>
          <a:xfrm>
            <a:off x="542332" y="1487985"/>
            <a:ext cx="5299247" cy="51462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6514A0A-F8B2-1E51-6C36-66745F0A039E}"/>
              </a:ext>
            </a:extLst>
          </p:cNvPr>
          <p:cNvSpPr txBox="1"/>
          <p:nvPr/>
        </p:nvSpPr>
        <p:spPr>
          <a:xfrm>
            <a:off x="7176396" y="1568636"/>
            <a:ext cx="2995359" cy="1200329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typedef</a:t>
            </a:r>
            <a:r>
              <a:rPr lang="en-CA" dirty="0"/>
              <a:t> lets you give any C++ type another name. This lets you make names that are shorter or more descriptive.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2A42820-0A48-2A70-FC83-17423BCE8E61}"/>
              </a:ext>
            </a:extLst>
          </p:cNvPr>
          <p:cNvSpPr txBox="1"/>
          <p:nvPr/>
        </p:nvSpPr>
        <p:spPr>
          <a:xfrm>
            <a:off x="7156874" y="3362328"/>
            <a:ext cx="2995359" cy="92333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typedef</a:t>
            </a:r>
            <a:r>
              <a:rPr lang="en-CA" dirty="0"/>
              <a:t> does </a:t>
            </a:r>
            <a:r>
              <a:rPr lang="en-CA" b="1" dirty="0"/>
              <a:t>not</a:t>
            </a:r>
            <a:r>
              <a:rPr lang="en-CA" dirty="0"/>
              <a:t> create a new type: it just gives another name to an existing type.</a:t>
            </a:r>
          </a:p>
        </p:txBody>
      </p:sp>
    </p:spTree>
    <p:extLst>
      <p:ext uri="{BB962C8B-B14F-4D97-AF65-F5344CB8AC3E}">
        <p14:creationId xmlns:p14="http://schemas.microsoft.com/office/powerpoint/2010/main" val="146349838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7DFC4003-7388-3EED-D126-02544346128E}"/>
              </a:ext>
            </a:extLst>
          </p:cNvPr>
          <p:cNvSpPr txBox="1"/>
          <p:nvPr/>
        </p:nvSpPr>
        <p:spPr>
          <a:xfrm>
            <a:off x="517108" y="1487985"/>
            <a:ext cx="1039263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string r;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string s = "Hello World!";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string t("Hello World!");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string u{"Hello World!"};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string v('!', 5);</a:t>
            </a:r>
          </a:p>
          <a:p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cout &lt;&lt; "r = \"" &lt;&lt; r &lt;&lt; "\"";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>
                <a:latin typeface="Consolas" panose="020B0609020204030204" pitchFamily="49" charset="0"/>
              </a:rPr>
              <a:t>cout &lt;&lt; "v = \"" &lt;&lt; v &lt;&lt; "\"";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DE27F44-F97A-4C08-E56C-AF70307162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CA" dirty="0"/>
              <a:t>C++ string type (sequence of chars)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FB14369-568D-AEE6-4EE7-5CE49B6A8A92}"/>
              </a:ext>
            </a:extLst>
          </p:cNvPr>
          <p:cNvSpPr txBox="1"/>
          <p:nvPr/>
        </p:nvSpPr>
        <p:spPr>
          <a:xfrm>
            <a:off x="8899544" y="365125"/>
            <a:ext cx="3153911" cy="3570208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sv-SE" sz="2800" b="1" dirty="0"/>
              <a:t>Important!</a:t>
            </a:r>
            <a:endParaRPr lang="sv-SE" dirty="0"/>
          </a:p>
          <a:p>
            <a:r>
              <a:rPr lang="sv-SE" b="1" dirty="0"/>
              <a:t>string</a:t>
            </a:r>
            <a:r>
              <a:rPr lang="sv-SE" dirty="0"/>
              <a:t> is the name of the standard C++ string type, and it’s what you should use in this course</a:t>
            </a:r>
          </a:p>
          <a:p>
            <a:endParaRPr lang="sv-SE" dirty="0"/>
          </a:p>
          <a:p>
            <a:r>
              <a:rPr lang="sv-SE" dirty="0"/>
              <a:t>A </a:t>
            </a:r>
            <a:r>
              <a:rPr lang="sv-SE" b="1" dirty="0"/>
              <a:t>C-style string </a:t>
            </a:r>
            <a:r>
              <a:rPr lang="sv-SE" dirty="0"/>
              <a:t>is an array of characters ending with a '\0'. They are used as strings in C, but in C++ we will usually only use them for string literals like "hello world!”.</a:t>
            </a:r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0DD936-F83A-C895-35E1-7456DD0A6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BA05A5-0517-4A37-865C-5DD63AFCA22E}" type="slidenum">
              <a:rPr lang="en-AU" smtClean="0"/>
              <a:t>15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3364384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7DFC4003-7388-3EED-D126-02544346128E}"/>
              </a:ext>
            </a:extLst>
          </p:cNvPr>
          <p:cNvSpPr txBox="1"/>
          <p:nvPr/>
        </p:nvSpPr>
        <p:spPr>
          <a:xfrm>
            <a:off x="595232" y="1835608"/>
            <a:ext cx="4649343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int total = 0;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int i = 0;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(i &lt; 100)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{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total += i;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i++;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}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cout &lt;&lt; total; // 4950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DE27F44-F97A-4C08-E56C-AF70307162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9648" y="365125"/>
            <a:ext cx="2766501" cy="1325563"/>
          </a:xfrm>
        </p:spPr>
        <p:txBody>
          <a:bodyPr/>
          <a:lstStyle/>
          <a:p>
            <a:pPr algn="ctr"/>
            <a:r>
              <a:rPr lang="en-CA" dirty="0">
                <a:solidFill>
                  <a:srgbClr val="FF0000"/>
                </a:solidFill>
              </a:rPr>
              <a:t>while loop</a:t>
            </a:r>
            <a:endParaRPr lang="en-AU" dirty="0">
              <a:solidFill>
                <a:srgbClr val="FF000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07ED06-1246-5A80-BAD4-9B00A997C972}"/>
              </a:ext>
            </a:extLst>
          </p:cNvPr>
          <p:cNvSpPr txBox="1"/>
          <p:nvPr/>
        </p:nvSpPr>
        <p:spPr>
          <a:xfrm>
            <a:off x="6237863" y="2262848"/>
            <a:ext cx="5954137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int total = 0;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for(int i = 0; i &lt; 100; i++)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{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total += i;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}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cout &lt;&lt; total; // 4950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009FD34-8B38-1FE3-0E10-D8A6716CEC71}"/>
              </a:ext>
            </a:extLst>
          </p:cNvPr>
          <p:cNvSpPr txBox="1">
            <a:spLocks/>
          </p:cNvSpPr>
          <p:nvPr/>
        </p:nvSpPr>
        <p:spPr>
          <a:xfrm>
            <a:off x="8198553" y="365125"/>
            <a:ext cx="2032757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dirty="0">
                <a:solidFill>
                  <a:srgbClr val="FF0000"/>
                </a:solidFill>
              </a:rPr>
              <a:t>for loop</a:t>
            </a:r>
            <a:endParaRPr lang="en-AU" dirty="0">
              <a:solidFill>
                <a:srgbClr val="FF0000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6F901F4-B4BC-0BAF-75BE-D22D7BE58C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BA05A5-0517-4A37-865C-5DD63AFCA22E}" type="slidenum">
              <a:rPr lang="en-AU" smtClean="0"/>
              <a:t>16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844122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E27F44-F97A-4C08-E56C-AF70307162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9648" y="365125"/>
            <a:ext cx="2766501" cy="1325563"/>
          </a:xfrm>
        </p:spPr>
        <p:txBody>
          <a:bodyPr/>
          <a:lstStyle/>
          <a:p>
            <a:pPr algn="ctr"/>
            <a:r>
              <a:rPr lang="en-CA" dirty="0">
                <a:solidFill>
                  <a:srgbClr val="FF0000"/>
                </a:solidFill>
              </a:rPr>
              <a:t>while loop</a:t>
            </a:r>
            <a:endParaRPr lang="en-AU" dirty="0">
              <a:solidFill>
                <a:srgbClr val="FF0000"/>
              </a:solidFill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009FD34-8B38-1FE3-0E10-D8A6716CEC71}"/>
              </a:ext>
            </a:extLst>
          </p:cNvPr>
          <p:cNvSpPr txBox="1">
            <a:spLocks/>
          </p:cNvSpPr>
          <p:nvPr/>
        </p:nvSpPr>
        <p:spPr>
          <a:xfrm>
            <a:off x="8664699" y="397741"/>
            <a:ext cx="2032757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dirty="0">
                <a:solidFill>
                  <a:srgbClr val="FF0000"/>
                </a:solidFill>
              </a:rPr>
              <a:t>for loop</a:t>
            </a:r>
            <a:endParaRPr lang="en-AU" dirty="0">
              <a:solidFill>
                <a:srgbClr val="FF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1B4F73-3689-5ADF-AE17-FCDD0C6B6513}"/>
              </a:ext>
            </a:extLst>
          </p:cNvPr>
          <p:cNvSpPr txBox="1"/>
          <p:nvPr/>
        </p:nvSpPr>
        <p:spPr>
          <a:xfrm>
            <a:off x="4624898" y="490359"/>
            <a:ext cx="3090824" cy="1200329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Can you make an </a:t>
            </a:r>
            <a:r>
              <a:rPr lang="en-CA" b="1" dirty="0"/>
              <a:t>infinite loop</a:t>
            </a:r>
            <a:r>
              <a:rPr lang="en-CA" dirty="0"/>
              <a:t>, i.e. a loop that never ends? Make one using </a:t>
            </a:r>
            <a:r>
              <a:rPr lang="en-CA" b="1" dirty="0"/>
              <a:t>while</a:t>
            </a:r>
            <a:r>
              <a:rPr lang="en-CA" dirty="0"/>
              <a:t>, and one using </a:t>
            </a:r>
            <a:r>
              <a:rPr lang="en-CA" b="1" dirty="0"/>
              <a:t>for</a:t>
            </a:r>
            <a:r>
              <a:rPr lang="en-CA" dirty="0"/>
              <a:t>.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09DC23E-3119-A6A0-5BFC-3751E09A0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BA05A5-0517-4A37-865C-5DD63AFCA22E}" type="slidenum">
              <a:rPr lang="en-AU" smtClean="0"/>
              <a:t>17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30714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7DFC4003-7388-3EED-D126-02544346128E}"/>
              </a:ext>
            </a:extLst>
          </p:cNvPr>
          <p:cNvSpPr txBox="1"/>
          <p:nvPr/>
        </p:nvSpPr>
        <p:spPr>
          <a:xfrm>
            <a:off x="595231" y="2379714"/>
            <a:ext cx="3455333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while (true)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{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cout &lt;&lt; "!";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DE27F44-F97A-4C08-E56C-AF70307162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9648" y="365125"/>
            <a:ext cx="2766501" cy="1325563"/>
          </a:xfrm>
        </p:spPr>
        <p:txBody>
          <a:bodyPr/>
          <a:lstStyle/>
          <a:p>
            <a:pPr algn="ctr"/>
            <a:r>
              <a:rPr lang="en-CA" dirty="0">
                <a:solidFill>
                  <a:srgbClr val="FF0000"/>
                </a:solidFill>
              </a:rPr>
              <a:t>while loop</a:t>
            </a:r>
            <a:endParaRPr lang="en-AU" dirty="0">
              <a:solidFill>
                <a:srgbClr val="FF000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07ED06-1246-5A80-BAD4-9B00A997C972}"/>
              </a:ext>
            </a:extLst>
          </p:cNvPr>
          <p:cNvSpPr txBox="1"/>
          <p:nvPr/>
        </p:nvSpPr>
        <p:spPr>
          <a:xfrm>
            <a:off x="7872828" y="2379714"/>
            <a:ext cx="3616497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for(;;)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{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cout &lt;&lt; "!";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009FD34-8B38-1FE3-0E10-D8A6716CEC71}"/>
              </a:ext>
            </a:extLst>
          </p:cNvPr>
          <p:cNvSpPr txBox="1">
            <a:spLocks/>
          </p:cNvSpPr>
          <p:nvPr/>
        </p:nvSpPr>
        <p:spPr>
          <a:xfrm>
            <a:off x="8664699" y="397741"/>
            <a:ext cx="2032757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dirty="0">
                <a:solidFill>
                  <a:srgbClr val="FF0000"/>
                </a:solidFill>
              </a:rPr>
              <a:t>for loop</a:t>
            </a:r>
            <a:endParaRPr lang="en-AU" dirty="0">
              <a:solidFill>
                <a:srgbClr val="FF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1B4F73-3689-5ADF-AE17-FCDD0C6B6513}"/>
              </a:ext>
            </a:extLst>
          </p:cNvPr>
          <p:cNvSpPr txBox="1"/>
          <p:nvPr/>
        </p:nvSpPr>
        <p:spPr>
          <a:xfrm>
            <a:off x="4624898" y="490359"/>
            <a:ext cx="3090824" cy="1200329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Can you make an </a:t>
            </a:r>
            <a:r>
              <a:rPr lang="en-CA" b="1" dirty="0"/>
              <a:t>infinite loop</a:t>
            </a:r>
            <a:r>
              <a:rPr lang="en-CA" dirty="0"/>
              <a:t>, i.e. a loop that never ends? Make one using </a:t>
            </a:r>
            <a:r>
              <a:rPr lang="en-CA" b="1" dirty="0"/>
              <a:t>while</a:t>
            </a:r>
            <a:r>
              <a:rPr lang="en-CA" dirty="0"/>
              <a:t>, and one using </a:t>
            </a:r>
            <a:r>
              <a:rPr lang="en-CA" b="1" dirty="0"/>
              <a:t>for</a:t>
            </a:r>
            <a:r>
              <a:rPr lang="en-CA" dirty="0"/>
              <a:t>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B5B43BC-E378-560F-88D9-69AB76B86365}"/>
              </a:ext>
            </a:extLst>
          </p:cNvPr>
          <p:cNvSpPr txBox="1"/>
          <p:nvPr/>
        </p:nvSpPr>
        <p:spPr>
          <a:xfrm>
            <a:off x="4330174" y="5093847"/>
            <a:ext cx="3090824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Many others are possible!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27A9DCA-D0D8-2C7A-09ED-63F496A724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BA05A5-0517-4A37-865C-5DD63AFCA22E}" type="slidenum">
              <a:rPr lang="en-AU" smtClean="0"/>
              <a:t>18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500074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7DFC4003-7388-3EED-D126-02544346128E}"/>
              </a:ext>
            </a:extLst>
          </p:cNvPr>
          <p:cNvSpPr txBox="1"/>
          <p:nvPr/>
        </p:nvSpPr>
        <p:spPr>
          <a:xfrm>
            <a:off x="83128" y="123612"/>
            <a:ext cx="6279888" cy="181588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vector&lt;int&gt; v;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for (int i = 0; i &lt; 100; i++) {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latin typeface="Consolas" panose="020B0609020204030204" pitchFamily="49" charset="0"/>
              </a:rPr>
              <a:t>v.push_back</a:t>
            </a:r>
            <a:r>
              <a:rPr lang="en-US" sz="2800" dirty="0">
                <a:latin typeface="Consolas" panose="020B0609020204030204" pitchFamily="49" charset="0"/>
              </a:rPr>
              <a:t>(i);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07ED06-1246-5A80-BAD4-9B00A997C972}"/>
              </a:ext>
            </a:extLst>
          </p:cNvPr>
          <p:cNvSpPr txBox="1"/>
          <p:nvPr/>
        </p:nvSpPr>
        <p:spPr>
          <a:xfrm>
            <a:off x="144379" y="3429000"/>
            <a:ext cx="6634272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int total = 0;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for(int i = 0; i &lt; v.size(); i++)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{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total += v[i];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}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cout &lt;&lt; total;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009FD34-8B38-1FE3-0E10-D8A6716CEC71}"/>
              </a:ext>
            </a:extLst>
          </p:cNvPr>
          <p:cNvSpPr txBox="1">
            <a:spLocks/>
          </p:cNvSpPr>
          <p:nvPr/>
        </p:nvSpPr>
        <p:spPr>
          <a:xfrm>
            <a:off x="2137101" y="2196296"/>
            <a:ext cx="2648828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dirty="0">
                <a:solidFill>
                  <a:srgbClr val="FF0000"/>
                </a:solidFill>
              </a:rPr>
              <a:t>for loop</a:t>
            </a:r>
            <a:endParaRPr lang="en-AU" dirty="0">
              <a:solidFill>
                <a:srgbClr val="FF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C85398D-2C0D-1B6D-BDA5-1F9AA3DBB966}"/>
              </a:ext>
            </a:extLst>
          </p:cNvPr>
          <p:cNvSpPr txBox="1"/>
          <p:nvPr/>
        </p:nvSpPr>
        <p:spPr>
          <a:xfrm>
            <a:off x="8671686" y="3330759"/>
            <a:ext cx="3117273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int total = 0;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for(int n : v)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{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total += v;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}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cout &lt;&lt; total;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2D5DA73-B8DD-E900-C7D4-8A726BC91999}"/>
              </a:ext>
            </a:extLst>
          </p:cNvPr>
          <p:cNvSpPr txBox="1">
            <a:spLocks/>
          </p:cNvSpPr>
          <p:nvPr/>
        </p:nvSpPr>
        <p:spPr>
          <a:xfrm>
            <a:off x="8509210" y="2098055"/>
            <a:ext cx="3400661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dirty="0">
                <a:solidFill>
                  <a:srgbClr val="FF0000"/>
                </a:solidFill>
              </a:rPr>
              <a:t>for-each loop</a:t>
            </a:r>
            <a:endParaRPr lang="en-AU" dirty="0">
              <a:solidFill>
                <a:srgbClr val="FF000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7440E17-E3A1-49AA-DD1C-35007316A7D7}"/>
              </a:ext>
            </a:extLst>
          </p:cNvPr>
          <p:cNvSpPr txBox="1"/>
          <p:nvPr/>
        </p:nvSpPr>
        <p:spPr>
          <a:xfrm>
            <a:off x="6778651" y="229824"/>
            <a:ext cx="3153911" cy="64633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Make sure to </a:t>
            </a:r>
            <a:r>
              <a:rPr lang="en-CA" b="1" dirty="0"/>
              <a:t>#include &lt;vector&gt; </a:t>
            </a:r>
            <a:r>
              <a:rPr lang="en-CA" dirty="0"/>
              <a:t>and </a:t>
            </a:r>
            <a:r>
              <a:rPr lang="en-CA" b="1" dirty="0"/>
              <a:t>using namespace std;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969B0851-8A69-3523-FE15-E77B94879C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BA05A5-0517-4A37-865C-5DD63AFCA22E}" type="slidenum">
              <a:rPr lang="en-AU" smtClean="0"/>
              <a:t>19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5043552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7DFC4003-7388-3EED-D126-02544346128E}"/>
              </a:ext>
            </a:extLst>
          </p:cNvPr>
          <p:cNvSpPr txBox="1"/>
          <p:nvPr/>
        </p:nvSpPr>
        <p:spPr>
          <a:xfrm>
            <a:off x="175444" y="2001862"/>
            <a:ext cx="5761859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int count(string s) {	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int num = 0;     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for(char c : s) {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    if (c == ' ') num++;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}	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return num;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DE27F44-F97A-4C08-E56C-AF70307162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3946" y="365125"/>
            <a:ext cx="3233491" cy="1325563"/>
          </a:xfrm>
        </p:spPr>
        <p:txBody>
          <a:bodyPr/>
          <a:lstStyle/>
          <a:p>
            <a:pPr algn="ctr"/>
            <a:r>
              <a:rPr lang="en-CA" dirty="0">
                <a:solidFill>
                  <a:srgbClr val="FF0000"/>
                </a:solidFill>
              </a:rPr>
              <a:t>Pass-by-value</a:t>
            </a:r>
            <a:endParaRPr lang="en-AU" dirty="0">
              <a:solidFill>
                <a:srgbClr val="FF0000"/>
              </a:solidFill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009FD34-8B38-1FE3-0E10-D8A6716CEC71}"/>
              </a:ext>
            </a:extLst>
          </p:cNvPr>
          <p:cNvSpPr txBox="1">
            <a:spLocks/>
          </p:cNvSpPr>
          <p:nvPr/>
        </p:nvSpPr>
        <p:spPr>
          <a:xfrm>
            <a:off x="6626650" y="365125"/>
            <a:ext cx="5176562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dirty="0">
                <a:solidFill>
                  <a:srgbClr val="FF0000"/>
                </a:solidFill>
              </a:rPr>
              <a:t>Pass-by-reference</a:t>
            </a:r>
            <a:endParaRPr lang="en-AU" dirty="0">
              <a:solidFill>
                <a:srgbClr val="FF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1F619FC-10BC-9E03-D475-A90C0C339FD5}"/>
              </a:ext>
            </a:extLst>
          </p:cNvPr>
          <p:cNvSpPr txBox="1"/>
          <p:nvPr/>
        </p:nvSpPr>
        <p:spPr>
          <a:xfrm>
            <a:off x="6486819" y="2001862"/>
            <a:ext cx="5761859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int count(string&amp; s) {	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int num = 0;     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for(char c : s) {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    if (c == ' ') num++;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}	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return num;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7E6611C-6B4D-CAF8-7FE0-5B4952DBF755}"/>
              </a:ext>
            </a:extLst>
          </p:cNvPr>
          <p:cNvSpPr/>
          <p:nvPr/>
        </p:nvSpPr>
        <p:spPr>
          <a:xfrm>
            <a:off x="2221765" y="2001862"/>
            <a:ext cx="1602090" cy="51462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62B727F-9BA6-9D70-B813-FC29EC174C4B}"/>
              </a:ext>
            </a:extLst>
          </p:cNvPr>
          <p:cNvSpPr/>
          <p:nvPr/>
        </p:nvSpPr>
        <p:spPr>
          <a:xfrm>
            <a:off x="8509210" y="2001862"/>
            <a:ext cx="1813685" cy="51462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218591E-A3DD-B827-43EA-6319FA263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BA05A5-0517-4A37-865C-5DD63AFCA22E}" type="slidenum">
              <a:rPr lang="en-AU" smtClean="0"/>
              <a:t>20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6584692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7DFC4003-7388-3EED-D126-02544346128E}"/>
              </a:ext>
            </a:extLst>
          </p:cNvPr>
          <p:cNvSpPr txBox="1"/>
          <p:nvPr/>
        </p:nvSpPr>
        <p:spPr>
          <a:xfrm>
            <a:off x="175444" y="2001862"/>
            <a:ext cx="5761859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int count(string s) {	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int num = 0;     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for(char c : s) {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    if (c == ' ') num++;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}	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return num;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DE27F44-F97A-4C08-E56C-AF70307162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3947" y="365125"/>
            <a:ext cx="3271276" cy="1325563"/>
          </a:xfrm>
        </p:spPr>
        <p:txBody>
          <a:bodyPr/>
          <a:lstStyle/>
          <a:p>
            <a:pPr algn="ctr"/>
            <a:r>
              <a:rPr lang="en-CA" dirty="0">
                <a:solidFill>
                  <a:srgbClr val="FF0000"/>
                </a:solidFill>
              </a:rPr>
              <a:t>Pass-by-value</a:t>
            </a:r>
            <a:endParaRPr lang="en-AU" dirty="0">
              <a:solidFill>
                <a:srgbClr val="FF0000"/>
              </a:solidFill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009FD34-8B38-1FE3-0E10-D8A6716CEC71}"/>
              </a:ext>
            </a:extLst>
          </p:cNvPr>
          <p:cNvSpPr txBox="1">
            <a:spLocks/>
          </p:cNvSpPr>
          <p:nvPr/>
        </p:nvSpPr>
        <p:spPr>
          <a:xfrm>
            <a:off x="6626650" y="365125"/>
            <a:ext cx="5176562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dirty="0">
                <a:solidFill>
                  <a:srgbClr val="FF0000"/>
                </a:solidFill>
              </a:rPr>
              <a:t>Pass-by-reference</a:t>
            </a:r>
            <a:endParaRPr lang="en-AU" dirty="0">
              <a:solidFill>
                <a:srgbClr val="FF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1F619FC-10BC-9E03-D475-A90C0C339FD5}"/>
              </a:ext>
            </a:extLst>
          </p:cNvPr>
          <p:cNvSpPr txBox="1"/>
          <p:nvPr/>
        </p:nvSpPr>
        <p:spPr>
          <a:xfrm>
            <a:off x="6486819" y="2001862"/>
            <a:ext cx="5761859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int count(string&amp; s) {	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int num = 0;     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for(char c : s) {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    if (c == ' ') num++;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}	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return num;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7E6611C-6B4D-CAF8-7FE0-5B4952DBF755}"/>
              </a:ext>
            </a:extLst>
          </p:cNvPr>
          <p:cNvSpPr/>
          <p:nvPr/>
        </p:nvSpPr>
        <p:spPr>
          <a:xfrm>
            <a:off x="2221765" y="2001862"/>
            <a:ext cx="1602090" cy="51462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62B727F-9BA6-9D70-B813-FC29EC174C4B}"/>
              </a:ext>
            </a:extLst>
          </p:cNvPr>
          <p:cNvSpPr/>
          <p:nvPr/>
        </p:nvSpPr>
        <p:spPr>
          <a:xfrm>
            <a:off x="8509210" y="2001862"/>
            <a:ext cx="1813685" cy="51462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870092C-AEF8-8BDF-FE0E-55D8F6906322}"/>
              </a:ext>
            </a:extLst>
          </p:cNvPr>
          <p:cNvSpPr txBox="1"/>
          <p:nvPr/>
        </p:nvSpPr>
        <p:spPr>
          <a:xfrm>
            <a:off x="1044129" y="5421579"/>
            <a:ext cx="2524046" cy="92333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Makes a new copy of the passed-in string </a:t>
            </a:r>
            <a:r>
              <a:rPr lang="en-CA" b="1" dirty="0"/>
              <a:t>s</a:t>
            </a:r>
            <a:r>
              <a:rPr lang="en-CA" dirty="0"/>
              <a:t>. Slow, and uses extra memory.</a:t>
            </a:r>
            <a:endParaRPr lang="en-CA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A1F33DA-2E66-8937-F3E4-4D5F23E6CECC}"/>
              </a:ext>
            </a:extLst>
          </p:cNvPr>
          <p:cNvSpPr txBox="1"/>
          <p:nvPr/>
        </p:nvSpPr>
        <p:spPr>
          <a:xfrm>
            <a:off x="8020522" y="5286812"/>
            <a:ext cx="2524046" cy="92333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Does </a:t>
            </a:r>
            <a:r>
              <a:rPr lang="en-CA" b="1" dirty="0"/>
              <a:t>not</a:t>
            </a:r>
            <a:r>
              <a:rPr lang="en-CA" dirty="0"/>
              <a:t> make a copy of </a:t>
            </a:r>
            <a:r>
              <a:rPr lang="en-CA" b="1" dirty="0"/>
              <a:t>s</a:t>
            </a:r>
            <a:r>
              <a:rPr lang="en-CA" dirty="0"/>
              <a:t>. Works on the actual passed-in string. Fast!</a:t>
            </a:r>
            <a:endParaRPr lang="en-CA" b="1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082AB016-6549-A8F4-5F5B-3AF081D5C4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BA05A5-0517-4A37-865C-5DD63AFCA22E}" type="slidenum">
              <a:rPr lang="en-AU" smtClean="0"/>
              <a:t>21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6417693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D009FD34-8B38-1FE3-0E10-D8A6716CEC71}"/>
              </a:ext>
            </a:extLst>
          </p:cNvPr>
          <p:cNvSpPr txBox="1">
            <a:spLocks/>
          </p:cNvSpPr>
          <p:nvPr/>
        </p:nvSpPr>
        <p:spPr>
          <a:xfrm>
            <a:off x="139831" y="229098"/>
            <a:ext cx="5176562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dirty="0">
                <a:solidFill>
                  <a:srgbClr val="FF0000"/>
                </a:solidFill>
              </a:rPr>
              <a:t>Pass-by-reference</a:t>
            </a:r>
            <a:endParaRPr lang="en-AU" dirty="0">
              <a:solidFill>
                <a:srgbClr val="FF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1F619FC-10BC-9E03-D475-A90C0C339FD5}"/>
              </a:ext>
            </a:extLst>
          </p:cNvPr>
          <p:cNvSpPr txBox="1"/>
          <p:nvPr/>
        </p:nvSpPr>
        <p:spPr>
          <a:xfrm>
            <a:off x="0" y="1865835"/>
            <a:ext cx="5761859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int count(string&amp; s) {	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int n = 0;     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for(char c : s) {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    if (c == ' ') n++;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}	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return n;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62B727F-9BA6-9D70-B813-FC29EC174C4B}"/>
              </a:ext>
            </a:extLst>
          </p:cNvPr>
          <p:cNvSpPr/>
          <p:nvPr/>
        </p:nvSpPr>
        <p:spPr>
          <a:xfrm>
            <a:off x="2022391" y="1865835"/>
            <a:ext cx="1813685" cy="51462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A1F33DA-2E66-8937-F3E4-4D5F23E6CECC}"/>
              </a:ext>
            </a:extLst>
          </p:cNvPr>
          <p:cNvSpPr txBox="1"/>
          <p:nvPr/>
        </p:nvSpPr>
        <p:spPr>
          <a:xfrm>
            <a:off x="1533703" y="5150785"/>
            <a:ext cx="2524046" cy="92333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Does </a:t>
            </a:r>
            <a:r>
              <a:rPr lang="en-CA" b="1" dirty="0"/>
              <a:t>not</a:t>
            </a:r>
            <a:r>
              <a:rPr lang="en-CA" dirty="0"/>
              <a:t> make a copy of </a:t>
            </a:r>
            <a:r>
              <a:rPr lang="en-CA" b="1" dirty="0"/>
              <a:t>s</a:t>
            </a:r>
            <a:r>
              <a:rPr lang="en-CA" dirty="0"/>
              <a:t>. Works on the actual passed-in string. Fast!</a:t>
            </a:r>
            <a:endParaRPr lang="en-CA" b="1" dirty="0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C98FAD85-ABA6-751F-AD89-4BC14FD43D00}"/>
              </a:ext>
            </a:extLst>
          </p:cNvPr>
          <p:cNvSpPr txBox="1">
            <a:spLocks/>
          </p:cNvSpPr>
          <p:nvPr/>
        </p:nvSpPr>
        <p:spPr>
          <a:xfrm>
            <a:off x="6625018" y="229098"/>
            <a:ext cx="5176562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dirty="0">
                <a:solidFill>
                  <a:srgbClr val="FF0000"/>
                </a:solidFill>
              </a:rPr>
              <a:t>Pass-by-constant-reference</a:t>
            </a:r>
            <a:endParaRPr lang="en-AU" dirty="0">
              <a:solidFill>
                <a:srgbClr val="FF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5808EA2-5807-6C3F-9145-6558A3E32F58}"/>
              </a:ext>
            </a:extLst>
          </p:cNvPr>
          <p:cNvSpPr txBox="1"/>
          <p:nvPr/>
        </p:nvSpPr>
        <p:spPr>
          <a:xfrm>
            <a:off x="6485187" y="1865835"/>
            <a:ext cx="5761859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int count(const string&amp; s) {	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int n = 0;     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for(char c : s) {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    if (c == ' ') n++;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}	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return n;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1C7206B-6BFE-F071-CF5B-1BD921A43BFD}"/>
              </a:ext>
            </a:extLst>
          </p:cNvPr>
          <p:cNvSpPr/>
          <p:nvPr/>
        </p:nvSpPr>
        <p:spPr>
          <a:xfrm>
            <a:off x="8507578" y="1865835"/>
            <a:ext cx="1813685" cy="51462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B208C78E-65F9-09D8-272E-196850CA14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BA05A5-0517-4A37-865C-5DD63AFCA22E}" type="slidenum">
              <a:rPr lang="en-AU" smtClean="0"/>
              <a:t>22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6731195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D009FD34-8B38-1FE3-0E10-D8A6716CEC71}"/>
              </a:ext>
            </a:extLst>
          </p:cNvPr>
          <p:cNvSpPr txBox="1">
            <a:spLocks/>
          </p:cNvSpPr>
          <p:nvPr/>
        </p:nvSpPr>
        <p:spPr>
          <a:xfrm>
            <a:off x="139831" y="229098"/>
            <a:ext cx="5176562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dirty="0">
                <a:solidFill>
                  <a:srgbClr val="FF0000"/>
                </a:solidFill>
              </a:rPr>
              <a:t>Pass-by-reference</a:t>
            </a:r>
            <a:endParaRPr lang="en-AU" dirty="0">
              <a:solidFill>
                <a:srgbClr val="FF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1F619FC-10BC-9E03-D475-A90C0C339FD5}"/>
              </a:ext>
            </a:extLst>
          </p:cNvPr>
          <p:cNvSpPr txBox="1"/>
          <p:nvPr/>
        </p:nvSpPr>
        <p:spPr>
          <a:xfrm>
            <a:off x="0" y="1865835"/>
            <a:ext cx="5761859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int count(string&amp; s) {	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int n = 0;     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for(char c : s) {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    if (c == ' ') n++;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}	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return n;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62B727F-9BA6-9D70-B813-FC29EC174C4B}"/>
              </a:ext>
            </a:extLst>
          </p:cNvPr>
          <p:cNvSpPr/>
          <p:nvPr/>
        </p:nvSpPr>
        <p:spPr>
          <a:xfrm>
            <a:off x="2022391" y="1865835"/>
            <a:ext cx="1813685" cy="51462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A1F33DA-2E66-8937-F3E4-4D5F23E6CECC}"/>
              </a:ext>
            </a:extLst>
          </p:cNvPr>
          <p:cNvSpPr txBox="1"/>
          <p:nvPr/>
        </p:nvSpPr>
        <p:spPr>
          <a:xfrm>
            <a:off x="1533703" y="5150785"/>
            <a:ext cx="2524046" cy="92333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Does </a:t>
            </a:r>
            <a:r>
              <a:rPr lang="en-CA" b="1" dirty="0"/>
              <a:t>not</a:t>
            </a:r>
            <a:r>
              <a:rPr lang="en-CA" dirty="0"/>
              <a:t> make a copy of </a:t>
            </a:r>
            <a:r>
              <a:rPr lang="en-CA" b="1" dirty="0"/>
              <a:t>s</a:t>
            </a:r>
            <a:r>
              <a:rPr lang="en-CA" dirty="0"/>
              <a:t>. Works on the actual passed-in string. Fast!</a:t>
            </a:r>
            <a:endParaRPr lang="en-CA" b="1" dirty="0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C98FAD85-ABA6-751F-AD89-4BC14FD43D00}"/>
              </a:ext>
            </a:extLst>
          </p:cNvPr>
          <p:cNvSpPr txBox="1">
            <a:spLocks/>
          </p:cNvSpPr>
          <p:nvPr/>
        </p:nvSpPr>
        <p:spPr>
          <a:xfrm>
            <a:off x="6625018" y="229098"/>
            <a:ext cx="5176562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dirty="0">
                <a:solidFill>
                  <a:srgbClr val="FF0000"/>
                </a:solidFill>
              </a:rPr>
              <a:t>Pass-by-constant-reference</a:t>
            </a:r>
            <a:endParaRPr lang="en-AU" dirty="0">
              <a:solidFill>
                <a:srgbClr val="FF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5808EA2-5807-6C3F-9145-6558A3E32F58}"/>
              </a:ext>
            </a:extLst>
          </p:cNvPr>
          <p:cNvSpPr txBox="1"/>
          <p:nvPr/>
        </p:nvSpPr>
        <p:spPr>
          <a:xfrm>
            <a:off x="6485187" y="1865835"/>
            <a:ext cx="5761859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int count(const string&amp; s) {	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int n = 0;     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for(char c : s) {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    if (c == ' ') n++;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}	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return n;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1C7206B-6BFE-F071-CF5B-1BD921A43BFD}"/>
              </a:ext>
            </a:extLst>
          </p:cNvPr>
          <p:cNvSpPr/>
          <p:nvPr/>
        </p:nvSpPr>
        <p:spPr>
          <a:xfrm>
            <a:off x="8507578" y="1865835"/>
            <a:ext cx="1813685" cy="51462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B9E7829-7DAB-7B12-C673-614CC313B55B}"/>
              </a:ext>
            </a:extLst>
          </p:cNvPr>
          <p:cNvSpPr txBox="1"/>
          <p:nvPr/>
        </p:nvSpPr>
        <p:spPr>
          <a:xfrm>
            <a:off x="7877825" y="5285552"/>
            <a:ext cx="2976581" cy="92333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As fast as pass-by-reference, but </a:t>
            </a:r>
            <a:r>
              <a:rPr lang="en-CA" b="1" dirty="0"/>
              <a:t>guarantees</a:t>
            </a:r>
            <a:r>
              <a:rPr lang="en-CA" dirty="0"/>
              <a:t> to compiler that count does </a:t>
            </a:r>
            <a:r>
              <a:rPr lang="en-CA" b="1" dirty="0"/>
              <a:t>not</a:t>
            </a:r>
            <a:r>
              <a:rPr lang="en-CA" dirty="0"/>
              <a:t> modify </a:t>
            </a:r>
            <a:r>
              <a:rPr lang="en-CA" b="1" dirty="0"/>
              <a:t>s</a:t>
            </a:r>
            <a:r>
              <a:rPr lang="en-CA" dirty="0"/>
              <a:t>.</a:t>
            </a:r>
            <a:endParaRPr lang="en-CA" b="1" dirty="0"/>
          </a:p>
        </p:txBody>
      </p:sp>
      <p:sp>
        <p:nvSpPr>
          <p:cNvPr id="16" name="Star: 5 Points 15">
            <a:extLst>
              <a:ext uri="{FF2B5EF4-FFF2-40B4-BE49-F238E27FC236}">
                <a16:creationId xmlns:a16="http://schemas.microsoft.com/office/drawing/2014/main" id="{176E5787-E7A9-5EA9-60F8-55AF97B3F0DC}"/>
              </a:ext>
            </a:extLst>
          </p:cNvPr>
          <p:cNvSpPr/>
          <p:nvPr/>
        </p:nvSpPr>
        <p:spPr>
          <a:xfrm>
            <a:off x="6936533" y="5115619"/>
            <a:ext cx="672575" cy="63159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93BE6AF-A87B-0C06-4D18-7B935CD3A6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BA05A5-0517-4A37-865C-5DD63AFCA22E}" type="slidenum">
              <a:rPr lang="en-AU" smtClean="0"/>
              <a:t>23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370553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C98FAD85-ABA6-751F-AD89-4BC14FD43D00}"/>
              </a:ext>
            </a:extLst>
          </p:cNvPr>
          <p:cNvSpPr txBox="1">
            <a:spLocks/>
          </p:cNvSpPr>
          <p:nvPr/>
        </p:nvSpPr>
        <p:spPr>
          <a:xfrm>
            <a:off x="919438" y="259326"/>
            <a:ext cx="5176562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dirty="0">
                <a:solidFill>
                  <a:srgbClr val="FF0000"/>
                </a:solidFill>
              </a:rPr>
              <a:t>Local variables</a:t>
            </a:r>
            <a:endParaRPr lang="en-AU" dirty="0">
              <a:solidFill>
                <a:srgbClr val="FF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5808EA2-5807-6C3F-9145-6558A3E32F58}"/>
              </a:ext>
            </a:extLst>
          </p:cNvPr>
          <p:cNvSpPr txBox="1"/>
          <p:nvPr/>
        </p:nvSpPr>
        <p:spPr>
          <a:xfrm>
            <a:off x="779607" y="1896063"/>
            <a:ext cx="5761859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int count(const string&amp; s) {	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int n = 0;     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for(char c : s) {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    if (c == ' ') n++;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}	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return n;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1C7206B-6BFE-F071-CF5B-1BD921A43BFD}"/>
              </a:ext>
            </a:extLst>
          </p:cNvPr>
          <p:cNvSpPr/>
          <p:nvPr/>
        </p:nvSpPr>
        <p:spPr>
          <a:xfrm>
            <a:off x="5469629" y="1896063"/>
            <a:ext cx="356838" cy="51462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2730F8B-F904-9599-FAFC-BA2D2C734AC1}"/>
              </a:ext>
            </a:extLst>
          </p:cNvPr>
          <p:cNvSpPr/>
          <p:nvPr/>
        </p:nvSpPr>
        <p:spPr>
          <a:xfrm>
            <a:off x="2342281" y="2328073"/>
            <a:ext cx="356838" cy="51462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54BE9B2-830F-39E2-BD8D-3F55815D09FC}"/>
              </a:ext>
            </a:extLst>
          </p:cNvPr>
          <p:cNvSpPr/>
          <p:nvPr/>
        </p:nvSpPr>
        <p:spPr>
          <a:xfrm>
            <a:off x="3329300" y="2813731"/>
            <a:ext cx="356838" cy="51462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AB4E1D-4DB7-94C9-5C53-2902088066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BA05A5-0517-4A37-865C-5DD63AFCA22E}" type="slidenum">
              <a:rPr lang="en-AU" smtClean="0"/>
              <a:t>24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6790047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C98FAD85-ABA6-751F-AD89-4BC14FD43D00}"/>
              </a:ext>
            </a:extLst>
          </p:cNvPr>
          <p:cNvSpPr txBox="1">
            <a:spLocks/>
          </p:cNvSpPr>
          <p:nvPr/>
        </p:nvSpPr>
        <p:spPr>
          <a:xfrm>
            <a:off x="919438" y="259326"/>
            <a:ext cx="5176562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dirty="0">
                <a:solidFill>
                  <a:srgbClr val="FF0000"/>
                </a:solidFill>
              </a:rPr>
              <a:t>Local variables</a:t>
            </a:r>
            <a:endParaRPr lang="en-AU" dirty="0">
              <a:solidFill>
                <a:srgbClr val="FF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5808EA2-5807-6C3F-9145-6558A3E32F58}"/>
              </a:ext>
            </a:extLst>
          </p:cNvPr>
          <p:cNvSpPr txBox="1"/>
          <p:nvPr/>
        </p:nvSpPr>
        <p:spPr>
          <a:xfrm>
            <a:off x="779607" y="1896063"/>
            <a:ext cx="5761859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int count(const string&amp; s) {	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int n = 0;     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for(char c : s) {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    if (c == ' ') n++;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}	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return n;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1C7206B-6BFE-F071-CF5B-1BD921A43BFD}"/>
              </a:ext>
            </a:extLst>
          </p:cNvPr>
          <p:cNvSpPr/>
          <p:nvPr/>
        </p:nvSpPr>
        <p:spPr>
          <a:xfrm>
            <a:off x="5469629" y="1896063"/>
            <a:ext cx="356838" cy="51462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2730F8B-F904-9599-FAFC-BA2D2C734AC1}"/>
              </a:ext>
            </a:extLst>
          </p:cNvPr>
          <p:cNvSpPr/>
          <p:nvPr/>
        </p:nvSpPr>
        <p:spPr>
          <a:xfrm>
            <a:off x="2342281" y="2328073"/>
            <a:ext cx="356838" cy="51462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54BE9B2-830F-39E2-BD8D-3F55815D09FC}"/>
              </a:ext>
            </a:extLst>
          </p:cNvPr>
          <p:cNvSpPr/>
          <p:nvPr/>
        </p:nvSpPr>
        <p:spPr>
          <a:xfrm>
            <a:off x="3329300" y="2813731"/>
            <a:ext cx="356838" cy="51462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B94BB41-815E-0461-9C49-D13508D9BD53}"/>
              </a:ext>
            </a:extLst>
          </p:cNvPr>
          <p:cNvSpPr txBox="1"/>
          <p:nvPr/>
        </p:nvSpPr>
        <p:spPr>
          <a:xfrm>
            <a:off x="7615852" y="1674674"/>
            <a:ext cx="3127348" cy="175432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Local variables </a:t>
            </a:r>
            <a:r>
              <a:rPr lang="en-CA" dirty="0"/>
              <a:t>exist only when the function is active. They are </a:t>
            </a:r>
            <a:r>
              <a:rPr lang="en-CA" b="1" dirty="0"/>
              <a:t>automatically</a:t>
            </a:r>
            <a:r>
              <a:rPr lang="en-CA" dirty="0"/>
              <a:t> created when the function is called, and then </a:t>
            </a:r>
            <a:r>
              <a:rPr lang="en-CA" b="1" dirty="0"/>
              <a:t>automatically</a:t>
            </a:r>
            <a:r>
              <a:rPr lang="en-CA" dirty="0"/>
              <a:t> deleted when the function ends.</a:t>
            </a:r>
            <a:endParaRPr lang="en-CA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C8D6E3-E369-00FA-8111-35F39C5CAF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BA05A5-0517-4A37-865C-5DD63AFCA22E}" type="slidenum">
              <a:rPr lang="en-AU" smtClean="0"/>
              <a:t>25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9268034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C98FAD85-ABA6-751F-AD89-4BC14FD43D00}"/>
              </a:ext>
            </a:extLst>
          </p:cNvPr>
          <p:cNvSpPr txBox="1">
            <a:spLocks/>
          </p:cNvSpPr>
          <p:nvPr/>
        </p:nvSpPr>
        <p:spPr>
          <a:xfrm>
            <a:off x="3148760" y="402909"/>
            <a:ext cx="5176562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dirty="0">
                <a:solidFill>
                  <a:srgbClr val="FF0000"/>
                </a:solidFill>
              </a:rPr>
              <a:t>Return values are returned by value</a:t>
            </a:r>
            <a:endParaRPr lang="en-AU" dirty="0">
              <a:solidFill>
                <a:srgbClr val="FF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5808EA2-5807-6C3F-9145-6558A3E32F58}"/>
              </a:ext>
            </a:extLst>
          </p:cNvPr>
          <p:cNvSpPr txBox="1"/>
          <p:nvPr/>
        </p:nvSpPr>
        <p:spPr>
          <a:xfrm>
            <a:off x="3008929" y="2039646"/>
            <a:ext cx="5761859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int count(const string&amp; s) {	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int n = 0;     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for(char c : s) {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    if (c == ' ') n++;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}	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return n;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2730F8B-F904-9599-FAFC-BA2D2C734AC1}"/>
              </a:ext>
            </a:extLst>
          </p:cNvPr>
          <p:cNvSpPr/>
          <p:nvPr/>
        </p:nvSpPr>
        <p:spPr>
          <a:xfrm>
            <a:off x="5138381" y="4202216"/>
            <a:ext cx="356838" cy="51462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5EF4F5-AC9B-75A6-1D84-02D32388BA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BA05A5-0517-4A37-865C-5DD63AFCA22E}" type="slidenum">
              <a:rPr lang="en-AU" smtClean="0"/>
              <a:t>26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1393288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C98FAD85-ABA6-751F-AD89-4BC14FD43D00}"/>
              </a:ext>
            </a:extLst>
          </p:cNvPr>
          <p:cNvSpPr txBox="1">
            <a:spLocks/>
          </p:cNvSpPr>
          <p:nvPr/>
        </p:nvSpPr>
        <p:spPr>
          <a:xfrm>
            <a:off x="3148760" y="402909"/>
            <a:ext cx="5176562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dirty="0">
                <a:solidFill>
                  <a:srgbClr val="FF0000"/>
                </a:solidFill>
              </a:rPr>
              <a:t>Return values are returned by value</a:t>
            </a:r>
            <a:endParaRPr lang="en-AU" dirty="0">
              <a:solidFill>
                <a:srgbClr val="FF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5808EA2-5807-6C3F-9145-6558A3E32F58}"/>
              </a:ext>
            </a:extLst>
          </p:cNvPr>
          <p:cNvSpPr txBox="1"/>
          <p:nvPr/>
        </p:nvSpPr>
        <p:spPr>
          <a:xfrm>
            <a:off x="3008929" y="2039646"/>
            <a:ext cx="5761859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int count(const string&amp; s) {	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int n = 0;     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for(char c : s) {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    if (c == ' ') n++;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}	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return n;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2730F8B-F904-9599-FAFC-BA2D2C734AC1}"/>
              </a:ext>
            </a:extLst>
          </p:cNvPr>
          <p:cNvSpPr/>
          <p:nvPr/>
        </p:nvSpPr>
        <p:spPr>
          <a:xfrm>
            <a:off x="5138381" y="4202216"/>
            <a:ext cx="356838" cy="51462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B94BB41-815E-0461-9C49-D13508D9BD53}"/>
              </a:ext>
            </a:extLst>
          </p:cNvPr>
          <p:cNvSpPr txBox="1"/>
          <p:nvPr/>
        </p:nvSpPr>
        <p:spPr>
          <a:xfrm>
            <a:off x="6013763" y="4185000"/>
            <a:ext cx="2533232" cy="1477328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When </a:t>
            </a:r>
            <a:r>
              <a:rPr lang="en-CA" b="1" dirty="0"/>
              <a:t>n </a:t>
            </a:r>
            <a:r>
              <a:rPr lang="en-CA" dirty="0"/>
              <a:t>is returned, a </a:t>
            </a:r>
            <a:r>
              <a:rPr lang="en-CA" b="1" dirty="0"/>
              <a:t>copy</a:t>
            </a:r>
            <a:r>
              <a:rPr lang="en-CA" dirty="0"/>
              <a:t> is returned. So </a:t>
            </a:r>
            <a:r>
              <a:rPr lang="en-CA" b="1" dirty="0"/>
              <a:t>be careful</a:t>
            </a:r>
            <a:r>
              <a:rPr lang="en-CA" dirty="0"/>
              <a:t> returning large values: they could use a lot of time and memory.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5E43E21-1F20-046D-FD8C-0AD209749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BA05A5-0517-4A37-865C-5DD63AFCA22E}" type="slidenum">
              <a:rPr lang="en-AU" smtClean="0"/>
              <a:t>27</a:t>
            </a:fld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BDA595-EBC7-E23B-8DDC-35D8CFA42148}"/>
              </a:ext>
            </a:extLst>
          </p:cNvPr>
          <p:cNvSpPr txBox="1"/>
          <p:nvPr/>
        </p:nvSpPr>
        <p:spPr>
          <a:xfrm>
            <a:off x="9065539" y="4185000"/>
            <a:ext cx="2533232" cy="1477328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returned </a:t>
            </a:r>
            <a:r>
              <a:rPr lang="en-CA" b="1" dirty="0"/>
              <a:t>int</a:t>
            </a:r>
            <a:r>
              <a:rPr lang="en-CA" dirty="0"/>
              <a:t> must be a copy because </a:t>
            </a:r>
            <a:r>
              <a:rPr lang="en-CA" b="1" dirty="0"/>
              <a:t>n</a:t>
            </a:r>
            <a:r>
              <a:rPr lang="en-CA" dirty="0"/>
              <a:t> is a local variable that’s automatically deleted when the function ends.</a:t>
            </a:r>
          </a:p>
        </p:txBody>
      </p:sp>
    </p:spTree>
    <p:extLst>
      <p:ext uri="{BB962C8B-B14F-4D97-AF65-F5344CB8AC3E}">
        <p14:creationId xmlns:p14="http://schemas.microsoft.com/office/powerpoint/2010/main" val="107874060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530B2A-3809-F837-03E9-07D5E1B8F1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Counting Long Lines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ECA53D-FC0F-2C1A-B9F0-8F6C988044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814732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AU" dirty="0"/>
              <a:t>Write a program that counts and prints the number of lines in a text file that have more than 100 characters.</a:t>
            </a:r>
          </a:p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A82AF5-73A3-2818-073E-BFF63C11E1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BA05A5-0517-4A37-865C-5DD63AFCA22E}" type="slidenum">
              <a:rPr lang="en-AU" smtClean="0"/>
              <a:t>28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130904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530B2A-3809-F837-03E9-07D5E1B8F1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Counting Words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ECA53D-FC0F-2C1A-B9F0-8F6C988044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814732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AU" b="1" dirty="0" err="1"/>
              <a:t>wc</a:t>
            </a:r>
            <a:r>
              <a:rPr lang="en-AU" dirty="0"/>
              <a:t> is the Linux “word count” utility:</a:t>
            </a:r>
          </a:p>
          <a:p>
            <a:pPr marL="457200" lvl="1" indent="0">
              <a:buNone/>
            </a:pPr>
            <a:r>
              <a:rPr lang="en-AU" sz="1600" dirty="0">
                <a:latin typeface="Consolas" panose="020B0609020204030204" pitchFamily="49" charset="0"/>
              </a:rPr>
              <a:t>&gt; </a:t>
            </a:r>
            <a:r>
              <a:rPr lang="en-AU" sz="1600" dirty="0" err="1">
                <a:latin typeface="Consolas" panose="020B0609020204030204" pitchFamily="49" charset="0"/>
              </a:rPr>
              <a:t>wc</a:t>
            </a:r>
            <a:r>
              <a:rPr lang="en-AU" sz="1600" dirty="0">
                <a:latin typeface="Consolas" panose="020B0609020204030204" pitchFamily="49" charset="0"/>
              </a:rPr>
              <a:t> austenPride.txt</a:t>
            </a:r>
          </a:p>
          <a:p>
            <a:pPr marL="457200" lvl="1" indent="0">
              <a:buNone/>
            </a:pPr>
            <a:r>
              <a:rPr lang="en-AU" sz="1600" dirty="0">
                <a:latin typeface="Consolas" panose="020B0609020204030204" pitchFamily="49" charset="0"/>
              </a:rPr>
              <a:t> 13427 124580 704158 austenPride.txt</a:t>
            </a:r>
          </a:p>
          <a:p>
            <a:pPr marL="0" indent="0">
              <a:buNone/>
            </a:pPr>
            <a:r>
              <a:rPr lang="en-AU" dirty="0"/>
              <a:t>Let’s create our own version of </a:t>
            </a:r>
            <a:r>
              <a:rPr lang="en-AU" b="1" dirty="0" err="1"/>
              <a:t>wc</a:t>
            </a:r>
            <a:r>
              <a:rPr lang="en-AU" dirty="0"/>
              <a:t> in C++ …</a:t>
            </a:r>
          </a:p>
          <a:p>
            <a:pPr marL="0" indent="0">
              <a:buNone/>
            </a:pPr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1DCF1E-B3D4-7888-9195-3F3388B16B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BA05A5-0517-4A37-865C-5DD63AFCA22E}" type="slidenum">
              <a:rPr lang="en-AU" smtClean="0"/>
              <a:t>29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362817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1959</Words>
  <Application>Microsoft Office PowerPoint</Application>
  <PresentationFormat>Widescreen</PresentationFormat>
  <Paragraphs>281</Paragraphs>
  <Slides>29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4" baseType="lpstr">
      <vt:lpstr>Arial</vt:lpstr>
      <vt:lpstr>Calibri</vt:lpstr>
      <vt:lpstr>Calibri Light</vt:lpstr>
      <vt:lpstr>Consolas</vt:lpstr>
      <vt:lpstr>Office Theme</vt:lpstr>
      <vt:lpstr>CMPT 135</vt:lpstr>
      <vt:lpstr>Introduction</vt:lpstr>
      <vt:lpstr>Home Page</vt:lpstr>
      <vt:lpstr>Labs and Office Hours</vt:lpstr>
      <vt:lpstr>Quizzes, Assignments, and Exams</vt:lpstr>
      <vt:lpstr>Getting Started with C++</vt:lpstr>
      <vt:lpstr>C++ Version</vt:lpstr>
      <vt:lpstr>Review of C++</vt:lpstr>
      <vt:lpstr>PowerPoint Presentation</vt:lpstr>
      <vt:lpstr>int type (whole numbers)</vt:lpstr>
      <vt:lpstr>double type (decimal numbers)</vt:lpstr>
      <vt:lpstr>char type (single character)</vt:lpstr>
      <vt:lpstr>unsigned int type (non-negative ints)</vt:lpstr>
      <vt:lpstr>unsigned int type (non-negative ints)</vt:lpstr>
      <vt:lpstr>C++ string type (sequence of chars)</vt:lpstr>
      <vt:lpstr>while loop</vt:lpstr>
      <vt:lpstr>while loop</vt:lpstr>
      <vt:lpstr>while loop</vt:lpstr>
      <vt:lpstr>PowerPoint Presentation</vt:lpstr>
      <vt:lpstr>Pass-by-value</vt:lpstr>
      <vt:lpstr>Pass-by-value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Counting Long Lines</vt:lpstr>
      <vt:lpstr>Counting Words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CMPT 135</dc:title>
  <dc:creator>Toby Donaldson</dc:creator>
  <cp:lastModifiedBy>Toby Donaldson</cp:lastModifiedBy>
  <cp:revision>1</cp:revision>
  <dcterms:created xsi:type="dcterms:W3CDTF">2024-01-07T06:08:43Z</dcterms:created>
  <dcterms:modified xsi:type="dcterms:W3CDTF">2024-01-09T04:36:49Z</dcterms:modified>
</cp:coreProperties>
</file>