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FF059-C713-4BC0-AC98-694AB6D31A7B}" v="27" dt="2024-01-07T06:39:46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108" autoAdjust="0"/>
  </p:normalViewPr>
  <p:slideViewPr>
    <p:cSldViewPr snapToGrid="0">
      <p:cViewPr varScale="1">
        <p:scale>
          <a:sx n="127" d="100"/>
          <a:sy n="127" d="100"/>
        </p:scale>
        <p:origin x="138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1D7FF059-C713-4BC0-AC98-694AB6D31A7B}"/>
    <pc:docChg chg="undo redo custSel addSld modSld sldOrd">
      <pc:chgData name="Toby Donaldson" userId="2e6e5431-bb17-4c41-9985-d39c50d83c73" providerId="ADAL" clId="{1D7FF059-C713-4BC0-AC98-694AB6D31A7B}" dt="2024-01-07T06:56:23.652" v="3802" actId="5793"/>
      <pc:docMkLst>
        <pc:docMk/>
      </pc:docMkLst>
      <pc:sldChg chg="addSp modSp new mod">
        <pc:chgData name="Toby Donaldson" userId="2e6e5431-bb17-4c41-9985-d39c50d83c73" providerId="ADAL" clId="{1D7FF059-C713-4BC0-AC98-694AB6D31A7B}" dt="2024-01-07T06:39:56.739" v="3356" actId="1076"/>
        <pc:sldMkLst>
          <pc:docMk/>
          <pc:sldMk cId="1990534629" sldId="256"/>
        </pc:sldMkLst>
        <pc:spChg chg="mod">
          <ac:chgData name="Toby Donaldson" userId="2e6e5431-bb17-4c41-9985-d39c50d83c73" providerId="ADAL" clId="{1D7FF059-C713-4BC0-AC98-694AB6D31A7B}" dt="2024-01-07T06:08:51.300" v="10" actId="20577"/>
          <ac:spMkLst>
            <pc:docMk/>
            <pc:sldMk cId="1990534629" sldId="256"/>
            <ac:spMk id="2" creationId="{B4EC9E92-1C9B-5FBA-0481-9DC54B0642D7}"/>
          </ac:spMkLst>
        </pc:spChg>
        <pc:spChg chg="mod">
          <ac:chgData name="Toby Donaldson" userId="2e6e5431-bb17-4c41-9985-d39c50d83c73" providerId="ADAL" clId="{1D7FF059-C713-4BC0-AC98-694AB6D31A7B}" dt="2024-01-07T06:09:34.485" v="40" actId="20577"/>
          <ac:spMkLst>
            <pc:docMk/>
            <pc:sldMk cId="1990534629" sldId="256"/>
            <ac:spMk id="3" creationId="{69A063FE-859C-2249-86C9-6A3558EFA8C4}"/>
          </ac:spMkLst>
        </pc:spChg>
        <pc:picChg chg="add mod">
          <ac:chgData name="Toby Donaldson" userId="2e6e5431-bb17-4c41-9985-d39c50d83c73" providerId="ADAL" clId="{1D7FF059-C713-4BC0-AC98-694AB6D31A7B}" dt="2024-01-07T06:39:56.739" v="3356" actId="1076"/>
          <ac:picMkLst>
            <pc:docMk/>
            <pc:sldMk cId="1990534629" sldId="256"/>
            <ac:picMk id="5" creationId="{B434BB09-C858-2ADD-9F90-9BD78E7972DA}"/>
          </ac:picMkLst>
        </pc:picChg>
      </pc:sldChg>
      <pc:sldChg chg="addSp delSp modSp new mod ord">
        <pc:chgData name="Toby Donaldson" userId="2e6e5431-bb17-4c41-9985-d39c50d83c73" providerId="ADAL" clId="{1D7FF059-C713-4BC0-AC98-694AB6D31A7B}" dt="2024-01-07T06:22:33.484" v="1193" actId="14100"/>
        <pc:sldMkLst>
          <pc:docMk/>
          <pc:sldMk cId="3670645437" sldId="257"/>
        </pc:sldMkLst>
        <pc:spChg chg="mod">
          <ac:chgData name="Toby Donaldson" userId="2e6e5431-bb17-4c41-9985-d39c50d83c73" providerId="ADAL" clId="{1D7FF059-C713-4BC0-AC98-694AB6D31A7B}" dt="2024-01-07T06:20:11.765" v="1063" actId="20577"/>
          <ac:spMkLst>
            <pc:docMk/>
            <pc:sldMk cId="3670645437" sldId="257"/>
            <ac:spMk id="2" creationId="{44530B2A-3809-F837-03E9-07D5E1B8F199}"/>
          </ac:spMkLst>
        </pc:spChg>
        <pc:spChg chg="mod">
          <ac:chgData name="Toby Donaldson" userId="2e6e5431-bb17-4c41-9985-d39c50d83c73" providerId="ADAL" clId="{1D7FF059-C713-4BC0-AC98-694AB6D31A7B}" dt="2024-01-07T06:22:33.484" v="1193" actId="14100"/>
          <ac:spMkLst>
            <pc:docMk/>
            <pc:sldMk cId="3670645437" sldId="257"/>
            <ac:spMk id="3" creationId="{1FECA53D-FC0F-2C1A-B9F0-8F6C988044AA}"/>
          </ac:spMkLst>
        </pc:spChg>
        <pc:spChg chg="add del mod">
          <ac:chgData name="Toby Donaldson" userId="2e6e5431-bb17-4c41-9985-d39c50d83c73" providerId="ADAL" clId="{1D7FF059-C713-4BC0-AC98-694AB6D31A7B}" dt="2024-01-07T06:15:25.828" v="641" actId="21"/>
          <ac:spMkLst>
            <pc:docMk/>
            <pc:sldMk cId="3670645437" sldId="257"/>
            <ac:spMk id="6" creationId="{DD1A4F09-4867-A260-31AC-8969A714B1B4}"/>
          </ac:spMkLst>
        </pc:spChg>
        <pc:picChg chg="add del mod">
          <ac:chgData name="Toby Donaldson" userId="2e6e5431-bb17-4c41-9985-d39c50d83c73" providerId="ADAL" clId="{1D7FF059-C713-4BC0-AC98-694AB6D31A7B}" dt="2024-01-07T06:15:25.828" v="641" actId="21"/>
          <ac:picMkLst>
            <pc:docMk/>
            <pc:sldMk cId="3670645437" sldId="257"/>
            <ac:picMk id="5" creationId="{9B06D8BD-7ABD-F056-CD7A-A0532076CC57}"/>
          </ac:picMkLst>
        </pc:picChg>
        <pc:picChg chg="add del mod">
          <ac:chgData name="Toby Donaldson" userId="2e6e5431-bb17-4c41-9985-d39c50d83c73" providerId="ADAL" clId="{1D7FF059-C713-4BC0-AC98-694AB6D31A7B}" dt="2024-01-07T06:21:08.392" v="1185" actId="21"/>
          <ac:picMkLst>
            <pc:docMk/>
            <pc:sldMk cId="3670645437" sldId="257"/>
            <ac:picMk id="1026" creationId="{86ADE6A8-96A3-221B-C48D-76A79BD02FB9}"/>
          </ac:picMkLst>
        </pc:picChg>
        <pc:picChg chg="add mod">
          <ac:chgData name="Toby Donaldson" userId="2e6e5431-bb17-4c41-9985-d39c50d83c73" providerId="ADAL" clId="{1D7FF059-C713-4BC0-AC98-694AB6D31A7B}" dt="2024-01-07T06:22:25.620" v="1192" actId="732"/>
          <ac:picMkLst>
            <pc:docMk/>
            <pc:sldMk cId="3670645437" sldId="257"/>
            <ac:picMk id="1028" creationId="{C22BB41E-E153-AD5C-1E34-EDA47F667584}"/>
          </ac:picMkLst>
        </pc:picChg>
      </pc:sldChg>
      <pc:sldChg chg="addSp modSp add mod">
        <pc:chgData name="Toby Donaldson" userId="2e6e5431-bb17-4c41-9985-d39c50d83c73" providerId="ADAL" clId="{1D7FF059-C713-4BC0-AC98-694AB6D31A7B}" dt="2024-01-07T06:38:21.947" v="3351" actId="1076"/>
        <pc:sldMkLst>
          <pc:docMk/>
          <pc:sldMk cId="3457032960" sldId="258"/>
        </pc:sldMkLst>
        <pc:spChg chg="mod">
          <ac:chgData name="Toby Donaldson" userId="2e6e5431-bb17-4c41-9985-d39c50d83c73" providerId="ADAL" clId="{1D7FF059-C713-4BC0-AC98-694AB6D31A7B}" dt="2024-01-07T06:19:50.279" v="1054" actId="20577"/>
          <ac:spMkLst>
            <pc:docMk/>
            <pc:sldMk cId="3457032960" sldId="258"/>
            <ac:spMk id="3" creationId="{1FECA53D-FC0F-2C1A-B9F0-8F6C988044AA}"/>
          </ac:spMkLst>
        </pc:spChg>
        <pc:spChg chg="add mod">
          <ac:chgData name="Toby Donaldson" userId="2e6e5431-bb17-4c41-9985-d39c50d83c73" providerId="ADAL" clId="{1D7FF059-C713-4BC0-AC98-694AB6D31A7B}" dt="2024-01-07T06:38:21.947" v="3351" actId="1076"/>
          <ac:spMkLst>
            <pc:docMk/>
            <pc:sldMk cId="3457032960" sldId="258"/>
            <ac:spMk id="4" creationId="{D5B28FFB-DB56-AF55-1830-909EA7B9D236}"/>
          </ac:spMkLst>
        </pc:spChg>
      </pc:sldChg>
      <pc:sldChg chg="delSp modSp add mod">
        <pc:chgData name="Toby Donaldson" userId="2e6e5431-bb17-4c41-9985-d39c50d83c73" providerId="ADAL" clId="{1D7FF059-C713-4BC0-AC98-694AB6D31A7B}" dt="2024-01-07T06:24:26.549" v="1527" actId="14100"/>
        <pc:sldMkLst>
          <pc:docMk/>
          <pc:sldMk cId="4092774918" sldId="259"/>
        </pc:sldMkLst>
        <pc:spChg chg="mod">
          <ac:chgData name="Toby Donaldson" userId="2e6e5431-bb17-4c41-9985-d39c50d83c73" providerId="ADAL" clId="{1D7FF059-C713-4BC0-AC98-694AB6D31A7B}" dt="2024-01-07T06:23:06.124" v="1217" actId="20577"/>
          <ac:spMkLst>
            <pc:docMk/>
            <pc:sldMk cId="4092774918" sldId="259"/>
            <ac:spMk id="2" creationId="{44530B2A-3809-F837-03E9-07D5E1B8F199}"/>
          </ac:spMkLst>
        </pc:spChg>
        <pc:spChg chg="mod">
          <ac:chgData name="Toby Donaldson" userId="2e6e5431-bb17-4c41-9985-d39c50d83c73" providerId="ADAL" clId="{1D7FF059-C713-4BC0-AC98-694AB6D31A7B}" dt="2024-01-07T06:24:26.549" v="1527" actId="14100"/>
          <ac:spMkLst>
            <pc:docMk/>
            <pc:sldMk cId="4092774918" sldId="259"/>
            <ac:spMk id="3" creationId="{1FECA53D-FC0F-2C1A-B9F0-8F6C988044AA}"/>
          </ac:spMkLst>
        </pc:spChg>
        <pc:picChg chg="del">
          <ac:chgData name="Toby Donaldson" userId="2e6e5431-bb17-4c41-9985-d39c50d83c73" providerId="ADAL" clId="{1D7FF059-C713-4BC0-AC98-694AB6D31A7B}" dt="2024-01-07T06:23:07.956" v="1218" actId="21"/>
          <ac:picMkLst>
            <pc:docMk/>
            <pc:sldMk cId="4092774918" sldId="259"/>
            <ac:picMk id="1028" creationId="{C22BB41E-E153-AD5C-1E34-EDA47F667584}"/>
          </ac:picMkLst>
        </pc:picChg>
      </pc:sldChg>
      <pc:sldChg chg="addSp modSp add mod">
        <pc:chgData name="Toby Donaldson" userId="2e6e5431-bb17-4c41-9985-d39c50d83c73" providerId="ADAL" clId="{1D7FF059-C713-4BC0-AC98-694AB6D31A7B}" dt="2024-01-07T06:28:54.819" v="2210" actId="1076"/>
        <pc:sldMkLst>
          <pc:docMk/>
          <pc:sldMk cId="3756414048" sldId="260"/>
        </pc:sldMkLst>
        <pc:spChg chg="mod">
          <ac:chgData name="Toby Donaldson" userId="2e6e5431-bb17-4c41-9985-d39c50d83c73" providerId="ADAL" clId="{1D7FF059-C713-4BC0-AC98-694AB6D31A7B}" dt="2024-01-07T06:24:48.476" v="1552" actId="20577"/>
          <ac:spMkLst>
            <pc:docMk/>
            <pc:sldMk cId="3756414048" sldId="260"/>
            <ac:spMk id="2" creationId="{44530B2A-3809-F837-03E9-07D5E1B8F199}"/>
          </ac:spMkLst>
        </pc:spChg>
        <pc:spChg chg="mod">
          <ac:chgData name="Toby Donaldson" userId="2e6e5431-bb17-4c41-9985-d39c50d83c73" providerId="ADAL" clId="{1D7FF059-C713-4BC0-AC98-694AB6D31A7B}" dt="2024-01-07T06:28:34.172" v="2207" actId="27636"/>
          <ac:spMkLst>
            <pc:docMk/>
            <pc:sldMk cId="3756414048" sldId="260"/>
            <ac:spMk id="3" creationId="{1FECA53D-FC0F-2C1A-B9F0-8F6C988044AA}"/>
          </ac:spMkLst>
        </pc:spChg>
        <pc:picChg chg="add mod">
          <ac:chgData name="Toby Donaldson" userId="2e6e5431-bb17-4c41-9985-d39c50d83c73" providerId="ADAL" clId="{1D7FF059-C713-4BC0-AC98-694AB6D31A7B}" dt="2024-01-07T06:28:54.819" v="2210" actId="1076"/>
          <ac:picMkLst>
            <pc:docMk/>
            <pc:sldMk cId="3756414048" sldId="260"/>
            <ac:picMk id="2050" creationId="{E56791B9-14F5-FF82-F279-DD7BB51740AD}"/>
          </ac:picMkLst>
        </pc:picChg>
        <pc:picChg chg="add mod">
          <ac:chgData name="Toby Donaldson" userId="2e6e5431-bb17-4c41-9985-d39c50d83c73" providerId="ADAL" clId="{1D7FF059-C713-4BC0-AC98-694AB6D31A7B}" dt="2024-01-07T06:28:54.819" v="2210" actId="1076"/>
          <ac:picMkLst>
            <pc:docMk/>
            <pc:sldMk cId="3756414048" sldId="260"/>
            <ac:picMk id="2052" creationId="{C7716F53-ED9A-360F-2DDF-04DF96AB7BF1}"/>
          </ac:picMkLst>
        </pc:picChg>
      </pc:sldChg>
      <pc:sldChg chg="addSp delSp modSp add mod">
        <pc:chgData name="Toby Donaldson" userId="2e6e5431-bb17-4c41-9985-d39c50d83c73" providerId="ADAL" clId="{1D7FF059-C713-4BC0-AC98-694AB6D31A7B}" dt="2024-01-07T06:33:00.783" v="2829" actId="20577"/>
        <pc:sldMkLst>
          <pc:docMk/>
          <pc:sldMk cId="1541010405" sldId="261"/>
        </pc:sldMkLst>
        <pc:spChg chg="mod">
          <ac:chgData name="Toby Donaldson" userId="2e6e5431-bb17-4c41-9985-d39c50d83c73" providerId="ADAL" clId="{1D7FF059-C713-4BC0-AC98-694AB6D31A7B}" dt="2024-01-07T06:29:14.592" v="2226" actId="20577"/>
          <ac:spMkLst>
            <pc:docMk/>
            <pc:sldMk cId="1541010405" sldId="261"/>
            <ac:spMk id="2" creationId="{44530B2A-3809-F837-03E9-07D5E1B8F199}"/>
          </ac:spMkLst>
        </pc:spChg>
        <pc:spChg chg="mod">
          <ac:chgData name="Toby Donaldson" userId="2e6e5431-bb17-4c41-9985-d39c50d83c73" providerId="ADAL" clId="{1D7FF059-C713-4BC0-AC98-694AB6D31A7B}" dt="2024-01-07T06:33:00.783" v="2829" actId="20577"/>
          <ac:spMkLst>
            <pc:docMk/>
            <pc:sldMk cId="1541010405" sldId="261"/>
            <ac:spMk id="3" creationId="{1FECA53D-FC0F-2C1A-B9F0-8F6C988044AA}"/>
          </ac:spMkLst>
        </pc:spChg>
        <pc:picChg chg="del">
          <ac:chgData name="Toby Donaldson" userId="2e6e5431-bb17-4c41-9985-d39c50d83c73" providerId="ADAL" clId="{1D7FF059-C713-4BC0-AC98-694AB6D31A7B}" dt="2024-01-07T06:29:05.996" v="2213" actId="21"/>
          <ac:picMkLst>
            <pc:docMk/>
            <pc:sldMk cId="1541010405" sldId="261"/>
            <ac:picMk id="2050" creationId="{E56791B9-14F5-FF82-F279-DD7BB51740AD}"/>
          </ac:picMkLst>
        </pc:picChg>
        <pc:picChg chg="del">
          <ac:chgData name="Toby Donaldson" userId="2e6e5431-bb17-4c41-9985-d39c50d83c73" providerId="ADAL" clId="{1D7FF059-C713-4BC0-AC98-694AB6D31A7B}" dt="2024-01-07T06:29:05.996" v="2213" actId="21"/>
          <ac:picMkLst>
            <pc:docMk/>
            <pc:sldMk cId="1541010405" sldId="261"/>
            <ac:picMk id="2052" creationId="{C7716F53-ED9A-360F-2DDF-04DF96AB7BF1}"/>
          </ac:picMkLst>
        </pc:picChg>
        <pc:picChg chg="add del">
          <ac:chgData name="Toby Donaldson" userId="2e6e5431-bb17-4c41-9985-d39c50d83c73" providerId="ADAL" clId="{1D7FF059-C713-4BC0-AC98-694AB6D31A7B}" dt="2024-01-07T06:29:05.996" v="2213" actId="21"/>
          <ac:picMkLst>
            <pc:docMk/>
            <pc:sldMk cId="1541010405" sldId="261"/>
            <ac:picMk id="3074" creationId="{02DD341E-204F-39AA-3B25-DD7A82F9C569}"/>
          </ac:picMkLst>
        </pc:picChg>
      </pc:sldChg>
      <pc:sldChg chg="addSp modSp add mod">
        <pc:chgData name="Toby Donaldson" userId="2e6e5431-bb17-4c41-9985-d39c50d83c73" providerId="ADAL" clId="{1D7FF059-C713-4BC0-AC98-694AB6D31A7B}" dt="2024-01-07T06:36:34.460" v="3306" actId="20577"/>
        <pc:sldMkLst>
          <pc:docMk/>
          <pc:sldMk cId="1321841534" sldId="262"/>
        </pc:sldMkLst>
        <pc:spChg chg="mod">
          <ac:chgData name="Toby Donaldson" userId="2e6e5431-bb17-4c41-9985-d39c50d83c73" providerId="ADAL" clId="{1D7FF059-C713-4BC0-AC98-694AB6D31A7B}" dt="2024-01-07T06:33:30.389" v="2883" actId="20577"/>
          <ac:spMkLst>
            <pc:docMk/>
            <pc:sldMk cId="1321841534" sldId="262"/>
            <ac:spMk id="2" creationId="{44530B2A-3809-F837-03E9-07D5E1B8F199}"/>
          </ac:spMkLst>
        </pc:spChg>
        <pc:spChg chg="mod">
          <ac:chgData name="Toby Donaldson" userId="2e6e5431-bb17-4c41-9985-d39c50d83c73" providerId="ADAL" clId="{1D7FF059-C713-4BC0-AC98-694AB6D31A7B}" dt="2024-01-07T06:36:34.460" v="3306" actId="20577"/>
          <ac:spMkLst>
            <pc:docMk/>
            <pc:sldMk cId="1321841534" sldId="262"/>
            <ac:spMk id="3" creationId="{1FECA53D-FC0F-2C1A-B9F0-8F6C988044AA}"/>
          </ac:spMkLst>
        </pc:spChg>
        <pc:spChg chg="add mod">
          <ac:chgData name="Toby Donaldson" userId="2e6e5431-bb17-4c41-9985-d39c50d83c73" providerId="ADAL" clId="{1D7FF059-C713-4BC0-AC98-694AB6D31A7B}" dt="2024-01-07T06:36:11.388" v="3265" actId="1076"/>
          <ac:spMkLst>
            <pc:docMk/>
            <pc:sldMk cId="1321841534" sldId="262"/>
            <ac:spMk id="4" creationId="{980CFC8A-9182-566D-3605-0FF2956EE392}"/>
          </ac:spMkLst>
        </pc:spChg>
      </pc:sldChg>
      <pc:sldChg chg="modSp add mod">
        <pc:chgData name="Toby Donaldson" userId="2e6e5431-bb17-4c41-9985-d39c50d83c73" providerId="ADAL" clId="{1D7FF059-C713-4BC0-AC98-694AB6D31A7B}" dt="2024-01-07T06:49:34.688" v="3553" actId="15"/>
        <pc:sldMkLst>
          <pc:docMk/>
          <pc:sldMk cId="1969860993" sldId="263"/>
        </pc:sldMkLst>
        <pc:spChg chg="mod">
          <ac:chgData name="Toby Donaldson" userId="2e6e5431-bb17-4c41-9985-d39c50d83c73" providerId="ADAL" clId="{1D7FF059-C713-4BC0-AC98-694AB6D31A7B}" dt="2024-01-07T06:47:11.908" v="3370" actId="20577"/>
          <ac:spMkLst>
            <pc:docMk/>
            <pc:sldMk cId="1969860993" sldId="263"/>
            <ac:spMk id="2" creationId="{44530B2A-3809-F837-03E9-07D5E1B8F199}"/>
          </ac:spMkLst>
        </pc:spChg>
        <pc:spChg chg="mod">
          <ac:chgData name="Toby Donaldson" userId="2e6e5431-bb17-4c41-9985-d39c50d83c73" providerId="ADAL" clId="{1D7FF059-C713-4BC0-AC98-694AB6D31A7B}" dt="2024-01-07T06:49:34.688" v="3553" actId="15"/>
          <ac:spMkLst>
            <pc:docMk/>
            <pc:sldMk cId="1969860993" sldId="263"/>
            <ac:spMk id="3" creationId="{1FECA53D-FC0F-2C1A-B9F0-8F6C988044AA}"/>
          </ac:spMkLst>
        </pc:spChg>
      </pc:sldChg>
      <pc:sldChg chg="modSp add mod">
        <pc:chgData name="Toby Donaldson" userId="2e6e5431-bb17-4c41-9985-d39c50d83c73" providerId="ADAL" clId="{1D7FF059-C713-4BC0-AC98-694AB6D31A7B}" dt="2024-01-07T06:56:00.091" v="3791" actId="20577"/>
        <pc:sldMkLst>
          <pc:docMk/>
          <pc:sldMk cId="351309048" sldId="264"/>
        </pc:sldMkLst>
        <pc:spChg chg="mod">
          <ac:chgData name="Toby Donaldson" userId="2e6e5431-bb17-4c41-9985-d39c50d83c73" providerId="ADAL" clId="{1D7FF059-C713-4BC0-AC98-694AB6D31A7B}" dt="2024-01-07T06:55:41.509" v="3681" actId="20577"/>
          <ac:spMkLst>
            <pc:docMk/>
            <pc:sldMk cId="351309048" sldId="264"/>
            <ac:spMk id="2" creationId="{44530B2A-3809-F837-03E9-07D5E1B8F199}"/>
          </ac:spMkLst>
        </pc:spChg>
        <pc:spChg chg="mod">
          <ac:chgData name="Toby Donaldson" userId="2e6e5431-bb17-4c41-9985-d39c50d83c73" providerId="ADAL" clId="{1D7FF059-C713-4BC0-AC98-694AB6D31A7B}" dt="2024-01-07T06:56:00.091" v="3791" actId="20577"/>
          <ac:spMkLst>
            <pc:docMk/>
            <pc:sldMk cId="351309048" sldId="264"/>
            <ac:spMk id="3" creationId="{1FECA53D-FC0F-2C1A-B9F0-8F6C988044AA}"/>
          </ac:spMkLst>
        </pc:spChg>
      </pc:sldChg>
      <pc:sldChg chg="modSp add mod">
        <pc:chgData name="Toby Donaldson" userId="2e6e5431-bb17-4c41-9985-d39c50d83c73" providerId="ADAL" clId="{1D7FF059-C713-4BC0-AC98-694AB6D31A7B}" dt="2024-01-07T06:56:23.652" v="3802" actId="5793"/>
        <pc:sldMkLst>
          <pc:docMk/>
          <pc:sldMk cId="2436281766" sldId="265"/>
        </pc:sldMkLst>
        <pc:spChg chg="mod">
          <ac:chgData name="Toby Donaldson" userId="2e6e5431-bb17-4c41-9985-d39c50d83c73" providerId="ADAL" clId="{1D7FF059-C713-4BC0-AC98-694AB6D31A7B}" dt="2024-01-07T06:56:23.652" v="3802" actId="5793"/>
          <ac:spMkLst>
            <pc:docMk/>
            <pc:sldMk cId="2436281766" sldId="265"/>
            <ac:spMk id="3" creationId="{1FECA53D-FC0F-2C1A-B9F0-8F6C988044A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3E1F-454C-E022-F5D1-4C6ABF457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0F80D-9518-FCA4-D9ED-06B1B93C4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9D9B2-8C5C-8BAC-592B-1A78FF57F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3D9E4-A6BA-0427-4E6B-26FCC775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3F9FA-4C9A-C0A6-383D-D45A8C77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88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1B7E-6C74-118C-8DEB-2B725EEF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78D72-81C2-5355-475D-53685254F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43184-9A65-C262-A4CF-397BF7B5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C255-3740-00C3-FA23-4BB6014E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4A6E-CD65-E42A-E93D-B4BCE0F4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886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F76D-16D9-E18F-1722-69A33F75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9373-3A2B-D13F-781E-13F984E45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7617F-CE7B-A000-790C-280062F7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DDFB2-8EB2-9066-B140-155EABB1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1FBFB-1914-1F12-23BF-6C7E3C3D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17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D763-2BFE-D7A0-D4E0-29379CE6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3EF43-1171-FE07-73F5-6DDCC04D4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F9004-7EFC-8C73-865E-51AA2142E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4B564-E7C1-09DC-B249-E8F1EF29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53C86-80E6-A5FE-E54E-BE8B909E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56BE5-21AF-9FA6-3054-A3B94820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4430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C1D0-9F40-CC71-D86A-F3BB3C1D1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74A67-CBED-6B28-F4FC-A21EFB72A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1E1-EB35-387C-8DB2-3AEC7B50D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F891EA-4E86-1B16-C750-4C16026B0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A17B65-0325-4BE6-541C-00A7923190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773BB8-B7BC-2EF1-7D94-39709657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45DA2-9408-7C5A-5B48-07AA1360A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3340F-0EFE-9664-C77B-28E92EA4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368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92E8F-FD65-CA72-9A6B-8E44B98B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4515A8-AFD9-3027-9C67-F168FB41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AF9FA-CA96-5E7F-6992-0A24A54C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009E4-02F9-D8EC-6B90-EDC64A006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47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92539-3585-96EE-D308-6B257499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BAFD0-4741-BE72-B979-0E476E01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76B22-9B41-6B82-FC57-3374CD77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016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78F2-8585-08EE-D4A6-65F5258A6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71CF-50FE-CA44-65BA-C609D825C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36EB8-B446-DBE6-1E8D-968493AC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3537D-6AFA-4E4F-1945-C64E54920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2DF33-4806-10A1-808A-17EE796A6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A1D1E-7794-06AE-7DAB-3B3A049B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5168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A728-4463-2732-508F-B1985861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099388-107A-10D8-1BB2-705AAE40B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49AF4-2469-0F10-C003-4AD227BD2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0F885-4CED-2676-DCEA-DE966CDDA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008BF-6371-075C-9FE5-B28382E0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4588E-0271-F4B4-9CB3-32D7203C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6977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DAB8-3E7C-81A9-7746-1CDF8E4B3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D9C0D-5B0B-3D8B-08AC-4499AB301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ED10-0462-6C21-C1A5-E29245D5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EE95F-AF29-1A7A-3963-08D7E374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E9C0B-BA44-1C2E-5C8D-25A67596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792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6B7787-6E85-EDC5-F442-3ABCE8FB69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B493D-2593-5F64-5ED6-76A5ACE33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E194-BED9-837A-66F1-CFCBB598A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7B64D-A807-52B4-7336-2719FB5D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92230-1F4F-F1B0-7BCD-79D3011D3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405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B19159-8453-7DC5-6FC3-1D6EFFF34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244E5-72B9-53C6-DA2E-7D16B2FF1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CCFB7-190D-6401-1FD6-5E8163ADB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498C6-D08C-4F13-AB82-B6140BE02B16}" type="datetimeFigureOut">
              <a:rPr lang="en-AU" smtClean="0"/>
              <a:t>6/01/2024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8BEC1-D4F8-C1F2-4030-A0260FF9B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011EF-1A80-B1BF-F55E-A61DD2A06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A05A5-0517-4A37-865C-5DD63AFCA2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23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9E92-1C9B-5FBA-0481-9DC54B064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CMPT 135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063FE-859C-2249-86C9-6A3558EFA8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Lecture 1: Course Introduction</a:t>
            </a:r>
            <a:endParaRPr lang="en-AU" dirty="0"/>
          </a:p>
        </p:txBody>
      </p:sp>
      <p:pic>
        <p:nvPicPr>
          <p:cNvPr id="5" name="Picture 4" descr="A graphic design with various shapes and symbols&#10;&#10;Description automatically generated">
            <a:extLst>
              <a:ext uri="{FF2B5EF4-FFF2-40B4-BE49-F238E27FC236}">
                <a16:creationId xmlns:a16="http://schemas.microsoft.com/office/drawing/2014/main" id="{B434BB09-C858-2ADD-9F90-9BD78E797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95" y="60455"/>
            <a:ext cx="3600329" cy="373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3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0B2A-3809-F837-03E9-07D5E1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A53D-FC0F-2C1A-B9F0-8F6C9880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59936" cy="4351338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CMPT 135 is a second course in C/C++ programming</a:t>
            </a:r>
          </a:p>
          <a:p>
            <a:pPr lvl="1"/>
            <a:r>
              <a:rPr lang="en-AU" dirty="0"/>
              <a:t>It’s assumed you’ve already done C/C++ programming in CMPT 130</a:t>
            </a:r>
          </a:p>
          <a:p>
            <a:r>
              <a:rPr lang="en-AU" dirty="0"/>
              <a:t>Main topics</a:t>
            </a:r>
          </a:p>
          <a:p>
            <a:pPr lvl="1"/>
            <a:r>
              <a:rPr lang="en-AU" dirty="0"/>
              <a:t>Testing</a:t>
            </a:r>
          </a:p>
          <a:p>
            <a:pPr lvl="1"/>
            <a:r>
              <a:rPr lang="en-AU" dirty="0"/>
              <a:t>Pointers and memory management</a:t>
            </a:r>
          </a:p>
          <a:p>
            <a:pPr lvl="1"/>
            <a:r>
              <a:rPr lang="en-AU" dirty="0"/>
              <a:t>Object-oriented programming</a:t>
            </a:r>
          </a:p>
          <a:p>
            <a:pPr lvl="1"/>
            <a:r>
              <a:rPr lang="en-AU" dirty="0"/>
              <a:t>Namespaces and exceptions</a:t>
            </a:r>
          </a:p>
          <a:p>
            <a:pPr lvl="1"/>
            <a:r>
              <a:rPr lang="en-AU" dirty="0"/>
              <a:t>Recursion</a:t>
            </a:r>
          </a:p>
          <a:p>
            <a:pPr lvl="1"/>
            <a:r>
              <a:rPr lang="en-AU" dirty="0"/>
              <a:t>Basic searching, sorting, and algorithms</a:t>
            </a:r>
          </a:p>
          <a:p>
            <a:pPr lvl="1"/>
            <a:r>
              <a:rPr lang="en-AU" dirty="0"/>
              <a:t>Templates and the STL</a:t>
            </a:r>
          </a:p>
          <a:p>
            <a:pPr lvl="1"/>
            <a:r>
              <a:rPr lang="en-AU" dirty="0"/>
              <a:t>If time: smart pointers, regular expressions, …</a:t>
            </a:r>
          </a:p>
          <a:p>
            <a:pPr lvl="1"/>
            <a:endParaRPr lang="en-AU" dirty="0"/>
          </a:p>
          <a:p>
            <a:endParaRPr lang="en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ADE6A8-96A3-221B-C48D-76A79BD02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604" y="1425681"/>
            <a:ext cx="257175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B28FFB-DB56-AF55-1830-909EA7B9D236}"/>
              </a:ext>
            </a:extLst>
          </p:cNvPr>
          <p:cNvSpPr txBox="1"/>
          <p:nvPr/>
        </p:nvSpPr>
        <p:spPr>
          <a:xfrm>
            <a:off x="9122817" y="4919623"/>
            <a:ext cx="2430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Bjarne </a:t>
            </a:r>
            <a:r>
              <a:rPr lang="en-CA" dirty="0" err="1"/>
              <a:t>Stroustrup</a:t>
            </a:r>
            <a:br>
              <a:rPr lang="en-CA" dirty="0"/>
            </a:br>
            <a:r>
              <a:rPr lang="en-CA" dirty="0"/>
              <a:t>Original designer of C++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703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0B2A-3809-F837-03E9-07D5E1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Home Page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A53D-FC0F-2C1A-B9F0-8F6C9880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536619" cy="4351338"/>
          </a:xfrm>
        </p:spPr>
        <p:txBody>
          <a:bodyPr/>
          <a:lstStyle/>
          <a:p>
            <a:r>
              <a:rPr lang="en-AU" dirty="0"/>
              <a:t>Go to CMPT 135 on Canvas</a:t>
            </a:r>
          </a:p>
          <a:p>
            <a:pPr lvl="1"/>
            <a:r>
              <a:rPr lang="en-AU" dirty="0"/>
              <a:t>On the home page is a link to the Obsidian notes website</a:t>
            </a:r>
          </a:p>
          <a:p>
            <a:pPr lvl="1"/>
            <a:r>
              <a:rPr lang="en-AU" dirty="0"/>
              <a:t>All assignment/exam/quiz dates are posted</a:t>
            </a:r>
          </a:p>
          <a:p>
            <a:pPr lvl="2"/>
            <a:r>
              <a:rPr lang="en-AU" dirty="0"/>
              <a:t>Except for the final exam: SFU will announce the day/time in a few weeks</a:t>
            </a:r>
          </a:p>
          <a:p>
            <a:pPr lvl="1"/>
            <a:r>
              <a:rPr lang="en-AU" dirty="0"/>
              <a:t>Assignment 1 is already posted if you want to get started</a:t>
            </a:r>
          </a:p>
          <a:p>
            <a:r>
              <a:rPr lang="en-AU" dirty="0"/>
              <a:t>Lots of notes, code, and examples are posted on Obsidian and </a:t>
            </a:r>
            <a:r>
              <a:rPr lang="en-AU" dirty="0" err="1"/>
              <a:t>github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CA" dirty="0"/>
          </a:p>
        </p:txBody>
      </p:sp>
      <p:pic>
        <p:nvPicPr>
          <p:cNvPr id="1028" name="Picture 4" descr="Canvas Brand">
            <a:extLst>
              <a:ext uri="{FF2B5EF4-FFF2-40B4-BE49-F238E27FC236}">
                <a16:creationId xmlns:a16="http://schemas.microsoft.com/office/drawing/2014/main" id="{C22BB41E-E153-AD5C-1E34-EDA47F667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9" t="16048" r="16186" b="16811"/>
          <a:stretch/>
        </p:blipFill>
        <p:spPr bwMode="auto">
          <a:xfrm>
            <a:off x="9250532" y="550416"/>
            <a:ext cx="2263806" cy="2254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645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0B2A-3809-F837-03E9-07D5E1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Labs and Office Hours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A53D-FC0F-2C1A-B9F0-8F6C9880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56543" cy="4351338"/>
          </a:xfrm>
        </p:spPr>
        <p:txBody>
          <a:bodyPr/>
          <a:lstStyle/>
          <a:p>
            <a:r>
              <a:rPr lang="en-AU" dirty="0"/>
              <a:t>Wednesday lab hours</a:t>
            </a:r>
          </a:p>
          <a:p>
            <a:pPr lvl="1"/>
            <a:r>
              <a:rPr lang="en-AU" dirty="0"/>
              <a:t>Optional</a:t>
            </a:r>
          </a:p>
          <a:p>
            <a:pPr lvl="1"/>
            <a:r>
              <a:rPr lang="en-AU" dirty="0"/>
              <a:t>You can go to any of the hours (not just your assigned one)</a:t>
            </a:r>
          </a:p>
          <a:p>
            <a:pPr lvl="1"/>
            <a:r>
              <a:rPr lang="en-AU" dirty="0"/>
              <a:t>TA will be there to help with assignments etc.</a:t>
            </a:r>
          </a:p>
          <a:p>
            <a:pPr lvl="1"/>
            <a:r>
              <a:rPr lang="en-AU" dirty="0"/>
              <a:t>First lab starts next week</a:t>
            </a:r>
          </a:p>
          <a:p>
            <a:r>
              <a:rPr lang="en-AU" dirty="0"/>
              <a:t>Weekly office hours</a:t>
            </a:r>
          </a:p>
          <a:p>
            <a:pPr lvl="1"/>
            <a:r>
              <a:rPr lang="en-AU" dirty="0"/>
              <a:t>My and TAs have office hours each week</a:t>
            </a:r>
          </a:p>
          <a:p>
            <a:pPr lvl="1"/>
            <a:r>
              <a:rPr lang="en-AU" dirty="0"/>
              <a:t>Check Canvas home page for times and locations</a:t>
            </a:r>
          </a:p>
          <a:p>
            <a:pPr marL="0" indent="0">
              <a:buNone/>
            </a:pPr>
            <a:endParaRPr lang="en-AU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92774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0B2A-3809-F837-03E9-07D5E1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Quizzes, Assignments, and Exams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A53D-FC0F-2C1A-B9F0-8F6C9880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2732" cy="4351338"/>
          </a:xfrm>
        </p:spPr>
        <p:txBody>
          <a:bodyPr>
            <a:normAutofit fontScale="92500"/>
          </a:bodyPr>
          <a:lstStyle/>
          <a:p>
            <a:r>
              <a:rPr lang="en-AU" dirty="0"/>
              <a:t>Weekly quizzes</a:t>
            </a:r>
          </a:p>
          <a:p>
            <a:pPr lvl="1"/>
            <a:r>
              <a:rPr lang="en-AU" dirty="0"/>
              <a:t>Done on Canvas each Friday</a:t>
            </a:r>
          </a:p>
          <a:p>
            <a:pPr lvl="1"/>
            <a:r>
              <a:rPr lang="en-AU" dirty="0"/>
              <a:t>Have until the Sunday to do them</a:t>
            </a:r>
          </a:p>
          <a:p>
            <a:pPr lvl="1"/>
            <a:r>
              <a:rPr lang="en-AU" dirty="0"/>
              <a:t>Multiple choice and similar questions covering topics up to about the Monday of that week</a:t>
            </a:r>
          </a:p>
          <a:p>
            <a:pPr lvl="1"/>
            <a:r>
              <a:rPr lang="en-AU" dirty="0"/>
              <a:t>Lowest-scoring quiz will be ignored</a:t>
            </a:r>
          </a:p>
          <a:p>
            <a:r>
              <a:rPr lang="en-AU" dirty="0"/>
              <a:t>Assignments</a:t>
            </a:r>
          </a:p>
          <a:p>
            <a:pPr lvl="1"/>
            <a:r>
              <a:rPr lang="en-AU" dirty="0"/>
              <a:t>5 programming assignments</a:t>
            </a:r>
          </a:p>
          <a:p>
            <a:r>
              <a:rPr lang="en-AU" dirty="0"/>
              <a:t>Exams</a:t>
            </a:r>
          </a:p>
          <a:p>
            <a:pPr lvl="1"/>
            <a:r>
              <a:rPr lang="en-AU" dirty="0"/>
              <a:t>Midterm exam</a:t>
            </a:r>
          </a:p>
          <a:p>
            <a:pPr lvl="1"/>
            <a:r>
              <a:rPr lang="en-AU" dirty="0"/>
              <a:t>Final exam</a:t>
            </a:r>
          </a:p>
          <a:p>
            <a:pPr marL="0" indent="0">
              <a:buNone/>
            </a:pPr>
            <a:endParaRPr lang="en-AU" dirty="0"/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CFC8A-9182-566D-3605-0FF2956EE392}"/>
              </a:ext>
            </a:extLst>
          </p:cNvPr>
          <p:cNvSpPr txBox="1"/>
          <p:nvPr/>
        </p:nvSpPr>
        <p:spPr>
          <a:xfrm>
            <a:off x="7708706" y="2947240"/>
            <a:ext cx="252665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See Canvas for exact</a:t>
            </a:r>
            <a:br>
              <a:rPr lang="en-CA" dirty="0"/>
            </a:br>
            <a:r>
              <a:rPr lang="en-CA" dirty="0"/>
              <a:t>due dates, % weight, etc.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1841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0B2A-3809-F837-03E9-07D5E1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Getting Started with C++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A53D-FC0F-2C1A-B9F0-8F6C9880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78046" cy="4351338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Your assignments will be compiled, run, and marked using g++ on Ubuntu Linux</a:t>
            </a:r>
          </a:p>
          <a:p>
            <a:r>
              <a:rPr lang="en-AU" dirty="0"/>
              <a:t>So you should use the same environment for writing your programs</a:t>
            </a:r>
          </a:p>
          <a:p>
            <a:pPr lvl="1"/>
            <a:r>
              <a:rPr lang="en-AU" dirty="0"/>
              <a:t>On Windows, installing Windows Subsystem for Linux (WSL) is the easiest way to get Linux</a:t>
            </a:r>
          </a:p>
          <a:p>
            <a:pPr lvl="1"/>
            <a:r>
              <a:rPr lang="en-AU" dirty="0"/>
              <a:t>On a Mac, you can probably use the built-in terminal</a:t>
            </a:r>
          </a:p>
          <a:p>
            <a:r>
              <a:rPr lang="en-AU" dirty="0"/>
              <a:t>We recommend you VS Code for this course</a:t>
            </a:r>
          </a:p>
          <a:p>
            <a:pPr lvl="1"/>
            <a:r>
              <a:rPr lang="en-AU" dirty="0"/>
              <a:t>Free, popular, high-quality programming editor</a:t>
            </a:r>
          </a:p>
          <a:p>
            <a:pPr lvl="1"/>
            <a:r>
              <a:rPr lang="en-AU" dirty="0"/>
              <a:t>Supports C++ and lots of other languages</a:t>
            </a:r>
          </a:p>
          <a:p>
            <a:pPr lvl="1"/>
            <a:r>
              <a:rPr lang="en-AU" dirty="0"/>
              <a:t>Works well with WSL</a:t>
            </a:r>
          </a:p>
          <a:p>
            <a:pPr lvl="1"/>
            <a:r>
              <a:rPr lang="en-AU" dirty="0"/>
              <a:t>In class I use WSL and VS Code</a:t>
            </a:r>
          </a:p>
          <a:p>
            <a:pPr marL="0" indent="0">
              <a:buNone/>
            </a:pPr>
            <a:endParaRPr lang="en-AU" dirty="0"/>
          </a:p>
          <a:p>
            <a:endParaRPr lang="en-C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6791B9-14F5-FF82-F279-DD7BB5174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467" y="4261257"/>
            <a:ext cx="1915706" cy="191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inux - Wikipedia">
            <a:extLst>
              <a:ext uri="{FF2B5EF4-FFF2-40B4-BE49-F238E27FC236}">
                <a16:creationId xmlns:a16="http://schemas.microsoft.com/office/drawing/2014/main" id="{C7716F53-ED9A-360F-2DDF-04DF96AB7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073" y="895246"/>
            <a:ext cx="19431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41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0B2A-3809-F837-03E9-07D5E1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C++ Version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A53D-FC0F-2C1A-B9F0-8F6C9880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4732" cy="4351338"/>
          </a:xfrm>
        </p:spPr>
        <p:txBody>
          <a:bodyPr>
            <a:normAutofit/>
          </a:bodyPr>
          <a:lstStyle/>
          <a:p>
            <a:r>
              <a:rPr lang="en-AU" dirty="0"/>
              <a:t>We’ll be using C++17</a:t>
            </a:r>
          </a:p>
          <a:p>
            <a:r>
              <a:rPr lang="en-AU" dirty="0"/>
              <a:t>Later version of C++ are not yet fully supported by all compilers</a:t>
            </a:r>
          </a:p>
          <a:p>
            <a:r>
              <a:rPr lang="en-AU" dirty="0"/>
              <a:t>If you use features beyond C++17, your programs might not compile with the mark scripts!</a:t>
            </a:r>
          </a:p>
          <a:p>
            <a:r>
              <a:rPr lang="en-AU" dirty="0"/>
              <a:t>We’ll provide exact compiler options to make sure you use the correct version</a:t>
            </a:r>
          </a:p>
          <a:p>
            <a:pPr lvl="1"/>
            <a:r>
              <a:rPr lang="en-AU" dirty="0"/>
              <a:t>in a </a:t>
            </a:r>
            <a:r>
              <a:rPr lang="en-AU" dirty="0" err="1"/>
              <a:t>makefile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41010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0B2A-3809-F837-03E9-07D5E1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Review of C++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A53D-FC0F-2C1A-B9F0-8F6C9880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4732" cy="4351338"/>
          </a:xfrm>
        </p:spPr>
        <p:txBody>
          <a:bodyPr>
            <a:normAutofit/>
          </a:bodyPr>
          <a:lstStyle/>
          <a:p>
            <a:r>
              <a:rPr lang="en-AU" dirty="0"/>
              <a:t>Sample code to review </a:t>
            </a:r>
          </a:p>
          <a:p>
            <a:pPr lvl="1"/>
            <a:r>
              <a:rPr lang="en-AU" dirty="0"/>
              <a:t>Hello, world</a:t>
            </a:r>
          </a:p>
          <a:p>
            <a:pPr lvl="1"/>
            <a:r>
              <a:rPr lang="en-AU" dirty="0"/>
              <a:t>Basic types</a:t>
            </a:r>
          </a:p>
          <a:p>
            <a:pPr lvl="1"/>
            <a:r>
              <a:rPr lang="en-AU" dirty="0"/>
              <a:t>If statements and switch statements</a:t>
            </a:r>
          </a:p>
          <a:p>
            <a:pPr lvl="1"/>
            <a:r>
              <a:rPr lang="en-AU" dirty="0"/>
              <a:t>Loops: while, for, for-each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6986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0B2A-3809-F837-03E9-07D5E1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Counting Long Lines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A53D-FC0F-2C1A-B9F0-8F6C9880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47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Write a program that counts the number of lines in a text file that have more than 100 characters.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30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0B2A-3809-F837-03E9-07D5E1B8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Counting Words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A53D-FC0F-2C1A-B9F0-8F6C9880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47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err="1"/>
              <a:t>wc</a:t>
            </a:r>
            <a:r>
              <a:rPr lang="en-AU" dirty="0"/>
              <a:t> is the Linux “word count” utility:</a:t>
            </a:r>
          </a:p>
          <a:p>
            <a:pPr marL="457200" lvl="1" indent="0">
              <a:buNone/>
            </a:pPr>
            <a:r>
              <a:rPr lang="en-AU" sz="1600" dirty="0">
                <a:latin typeface="Consolas" panose="020B0609020204030204" pitchFamily="49" charset="0"/>
              </a:rPr>
              <a:t>&gt; </a:t>
            </a:r>
            <a:r>
              <a:rPr lang="en-AU" sz="1600" dirty="0" err="1">
                <a:latin typeface="Consolas" panose="020B0609020204030204" pitchFamily="49" charset="0"/>
              </a:rPr>
              <a:t>wc</a:t>
            </a:r>
            <a:r>
              <a:rPr lang="en-AU" sz="1600" dirty="0">
                <a:latin typeface="Consolas" panose="020B0609020204030204" pitchFamily="49" charset="0"/>
              </a:rPr>
              <a:t> austenPride.txt</a:t>
            </a:r>
          </a:p>
          <a:p>
            <a:pPr marL="457200" lvl="1" indent="0">
              <a:buNone/>
            </a:pPr>
            <a:r>
              <a:rPr lang="en-AU" sz="1600" dirty="0">
                <a:latin typeface="Consolas" panose="020B0609020204030204" pitchFamily="49" charset="0"/>
              </a:rPr>
              <a:t> 13427 124580 704158 austenPride.txt</a:t>
            </a:r>
          </a:p>
          <a:p>
            <a:pPr marL="0" indent="0">
              <a:buNone/>
            </a:pPr>
            <a:r>
              <a:rPr lang="en-AU" dirty="0"/>
              <a:t>Let’s create our own version of </a:t>
            </a:r>
            <a:r>
              <a:rPr lang="en-AU" dirty="0" err="1"/>
              <a:t>wc</a:t>
            </a:r>
            <a:r>
              <a:rPr lang="en-AU" dirty="0"/>
              <a:t> in </a:t>
            </a:r>
            <a:r>
              <a:rPr lang="en-AU"/>
              <a:t>C++ …</a:t>
            </a:r>
            <a:endParaRPr lang="en-AU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36281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CMPT 135</vt:lpstr>
      <vt:lpstr>Introduction</vt:lpstr>
      <vt:lpstr>Home Page</vt:lpstr>
      <vt:lpstr>Labs and Office Hours</vt:lpstr>
      <vt:lpstr>Quizzes, Assignments, and Exams</vt:lpstr>
      <vt:lpstr>Getting Started with C++</vt:lpstr>
      <vt:lpstr>C++ Version</vt:lpstr>
      <vt:lpstr>Review of C++</vt:lpstr>
      <vt:lpstr>Counting Long Lines</vt:lpstr>
      <vt:lpstr>Counting Words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135</dc:title>
  <dc:creator>Toby Donaldson</dc:creator>
  <cp:lastModifiedBy>Toby Donaldson</cp:lastModifiedBy>
  <cp:revision>1</cp:revision>
  <dcterms:created xsi:type="dcterms:W3CDTF">2024-01-07T06:08:43Z</dcterms:created>
  <dcterms:modified xsi:type="dcterms:W3CDTF">2024-01-07T06:56:26Z</dcterms:modified>
</cp:coreProperties>
</file>